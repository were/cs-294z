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sldIdLst>
    <p:sldId id="256" r:id="rId2"/>
    <p:sldId id="356" r:id="rId3"/>
    <p:sldId id="344" r:id="rId4"/>
    <p:sldId id="345" r:id="rId5"/>
    <p:sldId id="283" r:id="rId6"/>
    <p:sldId id="333" r:id="rId7"/>
    <p:sldId id="346" r:id="rId8"/>
    <p:sldId id="347" r:id="rId9"/>
    <p:sldId id="348" r:id="rId10"/>
    <p:sldId id="350" r:id="rId11"/>
    <p:sldId id="353" r:id="rId12"/>
    <p:sldId id="354" r:id="rId13"/>
    <p:sldId id="282" r:id="rId14"/>
    <p:sldId id="351" r:id="rId15"/>
    <p:sldId id="352" r:id="rId16"/>
    <p:sldId id="289" r:id="rId17"/>
    <p:sldId id="357" r:id="rId18"/>
    <p:sldId id="355" r:id="rId19"/>
    <p:sldId id="358" r:id="rId20"/>
    <p:sldId id="359" r:id="rId21"/>
    <p:sldId id="364" r:id="rId22"/>
    <p:sldId id="360" r:id="rId23"/>
    <p:sldId id="362" r:id="rId24"/>
    <p:sldId id="363" r:id="rId25"/>
    <p:sldId id="365" r:id="rId26"/>
    <p:sldId id="361" r:id="rId27"/>
    <p:sldId id="366" r:id="rId28"/>
    <p:sldId id="367" r:id="rId29"/>
    <p:sldId id="368" r:id="rId30"/>
    <p:sldId id="369" r:id="rId31"/>
    <p:sldId id="371" r:id="rId32"/>
    <p:sldId id="334" r:id="rId33"/>
    <p:sldId id="372" r:id="rId34"/>
    <p:sldId id="373" r:id="rId35"/>
    <p:sldId id="374" r:id="rId36"/>
    <p:sldId id="375" r:id="rId37"/>
    <p:sldId id="377" r:id="rId38"/>
    <p:sldId id="378" r:id="rId39"/>
    <p:sldId id="379" r:id="rId40"/>
    <p:sldId id="380" r:id="rId41"/>
    <p:sldId id="381" r:id="rId42"/>
    <p:sldId id="382" r:id="rId43"/>
    <p:sldId id="383" r:id="rId44"/>
    <p:sldId id="384" r:id="rId45"/>
    <p:sldId id="370" r:id="rId46"/>
    <p:sldId id="386" r:id="rId47"/>
    <p:sldId id="385" r:id="rId48"/>
    <p:sldId id="387" r:id="rId49"/>
    <p:sldId id="388" r:id="rId50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B7D159-3F16-714C-9F87-3BB6392840D6}" v="176" dt="2025-09-09T08:03:22.3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065"/>
    <p:restoredTop sz="90177"/>
  </p:normalViewPr>
  <p:slideViewPr>
    <p:cSldViewPr snapToGrid="0">
      <p:cViewPr varScale="1">
        <p:scale>
          <a:sx n="118" d="100"/>
          <a:sy n="118" d="100"/>
        </p:scale>
        <p:origin x="2024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健 翁" userId="bedff36119963aae" providerId="LiveId" clId="{81D98CDD-71E7-B643-9F1A-0E8DC705CD63}"/>
    <pc:docChg chg="undo custSel addSld delSld modSld sldOrd">
      <pc:chgData name="健 翁" userId="bedff36119963aae" providerId="LiveId" clId="{81D98CDD-71E7-B643-9F1A-0E8DC705CD63}" dt="2025-07-17T07:42:28.543" v="9172"/>
      <pc:docMkLst>
        <pc:docMk/>
      </pc:docMkLst>
      <pc:sldChg chg="modSp mod">
        <pc:chgData name="健 翁" userId="bedff36119963aae" providerId="LiveId" clId="{81D98CDD-71E7-B643-9F1A-0E8DC705CD63}" dt="2025-07-14T12:49:46.120" v="2594" actId="20577"/>
        <pc:sldMkLst>
          <pc:docMk/>
          <pc:sldMk cId="483929235" sldId="256"/>
        </pc:sldMkLst>
      </pc:sldChg>
      <pc:sldChg chg="del">
        <pc:chgData name="健 翁" userId="bedff36119963aae" providerId="LiveId" clId="{81D98CDD-71E7-B643-9F1A-0E8DC705CD63}" dt="2025-07-13T11:03:32.554" v="177" actId="2696"/>
        <pc:sldMkLst>
          <pc:docMk/>
          <pc:sldMk cId="1896675674" sldId="257"/>
        </pc:sldMkLst>
      </pc:sldChg>
      <pc:sldChg chg="del">
        <pc:chgData name="健 翁" userId="bedff36119963aae" providerId="LiveId" clId="{81D98CDD-71E7-B643-9F1A-0E8DC705CD63}" dt="2025-07-13T11:03:32.575" v="182" actId="2696"/>
        <pc:sldMkLst>
          <pc:docMk/>
          <pc:sldMk cId="3798084209" sldId="258"/>
        </pc:sldMkLst>
      </pc:sldChg>
      <pc:sldChg chg="del">
        <pc:chgData name="健 翁" userId="bedff36119963aae" providerId="LiveId" clId="{81D98CDD-71E7-B643-9F1A-0E8DC705CD63}" dt="2025-07-13T11:03:32.711" v="208" actId="2696"/>
        <pc:sldMkLst>
          <pc:docMk/>
          <pc:sldMk cId="937933675" sldId="259"/>
        </pc:sldMkLst>
      </pc:sldChg>
      <pc:sldChg chg="del">
        <pc:chgData name="健 翁" userId="bedff36119963aae" providerId="LiveId" clId="{81D98CDD-71E7-B643-9F1A-0E8DC705CD63}" dt="2025-07-13T11:03:32.543" v="175" actId="2696"/>
        <pc:sldMkLst>
          <pc:docMk/>
          <pc:sldMk cId="3567881217" sldId="260"/>
        </pc:sldMkLst>
      </pc:sldChg>
      <pc:sldChg chg="del">
        <pc:chgData name="健 翁" userId="bedff36119963aae" providerId="LiveId" clId="{81D98CDD-71E7-B643-9F1A-0E8DC705CD63}" dt="2025-07-13T11:03:32.601" v="193" actId="2696"/>
        <pc:sldMkLst>
          <pc:docMk/>
          <pc:sldMk cId="4083481019" sldId="261"/>
        </pc:sldMkLst>
      </pc:sldChg>
      <pc:sldChg chg="del">
        <pc:chgData name="健 翁" userId="bedff36119963aae" providerId="LiveId" clId="{81D98CDD-71E7-B643-9F1A-0E8DC705CD63}" dt="2025-07-13T11:03:32.567" v="181" actId="2696"/>
        <pc:sldMkLst>
          <pc:docMk/>
          <pc:sldMk cId="60755424" sldId="262"/>
        </pc:sldMkLst>
      </pc:sldChg>
      <pc:sldChg chg="del">
        <pc:chgData name="健 翁" userId="bedff36119963aae" providerId="LiveId" clId="{81D98CDD-71E7-B643-9F1A-0E8DC705CD63}" dt="2025-07-13T11:03:32.610" v="195" actId="2696"/>
        <pc:sldMkLst>
          <pc:docMk/>
          <pc:sldMk cId="1956129040" sldId="263"/>
        </pc:sldMkLst>
      </pc:sldChg>
      <pc:sldChg chg="del">
        <pc:chgData name="健 翁" userId="bedff36119963aae" providerId="LiveId" clId="{81D98CDD-71E7-B643-9F1A-0E8DC705CD63}" dt="2025-07-13T11:03:32.695" v="205" actId="2696"/>
        <pc:sldMkLst>
          <pc:docMk/>
          <pc:sldMk cId="4081025269" sldId="264"/>
        </pc:sldMkLst>
      </pc:sldChg>
      <pc:sldChg chg="del">
        <pc:chgData name="健 翁" userId="bedff36119963aae" providerId="LiveId" clId="{81D98CDD-71E7-B643-9F1A-0E8DC705CD63}" dt="2025-07-13T11:03:32.713" v="210" actId="2696"/>
        <pc:sldMkLst>
          <pc:docMk/>
          <pc:sldMk cId="1344995356" sldId="265"/>
        </pc:sldMkLst>
      </pc:sldChg>
      <pc:sldChg chg="del">
        <pc:chgData name="健 翁" userId="bedff36119963aae" providerId="LiveId" clId="{81D98CDD-71E7-B643-9F1A-0E8DC705CD63}" dt="2025-07-13T11:03:32.625" v="197" actId="2696"/>
        <pc:sldMkLst>
          <pc:docMk/>
          <pc:sldMk cId="1507530962" sldId="266"/>
        </pc:sldMkLst>
      </pc:sldChg>
      <pc:sldChg chg="del">
        <pc:chgData name="健 翁" userId="bedff36119963aae" providerId="LiveId" clId="{81D98CDD-71E7-B643-9F1A-0E8DC705CD63}" dt="2025-07-13T11:03:32.729" v="212" actId="2696"/>
        <pc:sldMkLst>
          <pc:docMk/>
          <pc:sldMk cId="139845753" sldId="267"/>
        </pc:sldMkLst>
      </pc:sldChg>
      <pc:sldChg chg="del">
        <pc:chgData name="健 翁" userId="bedff36119963aae" providerId="LiveId" clId="{81D98CDD-71E7-B643-9F1A-0E8DC705CD63}" dt="2025-07-13T11:03:32.710" v="207" actId="2696"/>
        <pc:sldMkLst>
          <pc:docMk/>
          <pc:sldMk cId="3369683783" sldId="268"/>
        </pc:sldMkLst>
      </pc:sldChg>
      <pc:sldChg chg="del">
        <pc:chgData name="健 翁" userId="bedff36119963aae" providerId="LiveId" clId="{81D98CDD-71E7-B643-9F1A-0E8DC705CD63}" dt="2025-07-13T11:03:32.691" v="202" actId="2696"/>
        <pc:sldMkLst>
          <pc:docMk/>
          <pc:sldMk cId="4205448888" sldId="269"/>
        </pc:sldMkLst>
      </pc:sldChg>
      <pc:sldChg chg="del">
        <pc:chgData name="健 翁" userId="bedff36119963aae" providerId="LiveId" clId="{81D98CDD-71E7-B643-9F1A-0E8DC705CD63}" dt="2025-07-13T11:03:32.556" v="179" actId="2696"/>
        <pc:sldMkLst>
          <pc:docMk/>
          <pc:sldMk cId="512119681" sldId="270"/>
        </pc:sldMkLst>
      </pc:sldChg>
      <pc:sldChg chg="del">
        <pc:chgData name="健 翁" userId="bedff36119963aae" providerId="LiveId" clId="{81D98CDD-71E7-B643-9F1A-0E8DC705CD63}" dt="2025-07-13T11:03:32.628" v="200" actId="2696"/>
        <pc:sldMkLst>
          <pc:docMk/>
          <pc:sldMk cId="1110591054" sldId="271"/>
        </pc:sldMkLst>
      </pc:sldChg>
      <pc:sldChg chg="del">
        <pc:chgData name="健 翁" userId="bedff36119963aae" providerId="LiveId" clId="{81D98CDD-71E7-B643-9F1A-0E8DC705CD63}" dt="2025-07-13T11:03:32.714" v="211" actId="2696"/>
        <pc:sldMkLst>
          <pc:docMk/>
          <pc:sldMk cId="4066030788" sldId="272"/>
        </pc:sldMkLst>
      </pc:sldChg>
      <pc:sldChg chg="del">
        <pc:chgData name="健 翁" userId="bedff36119963aae" providerId="LiveId" clId="{81D98CDD-71E7-B643-9F1A-0E8DC705CD63}" dt="2025-07-13T11:03:32.695" v="206" actId="2696"/>
        <pc:sldMkLst>
          <pc:docMk/>
          <pc:sldMk cId="899958746" sldId="273"/>
        </pc:sldMkLst>
      </pc:sldChg>
      <pc:sldChg chg="del">
        <pc:chgData name="健 翁" userId="bedff36119963aae" providerId="LiveId" clId="{81D98CDD-71E7-B643-9F1A-0E8DC705CD63}" dt="2025-07-13T11:03:32.586" v="185" actId="2696"/>
        <pc:sldMkLst>
          <pc:docMk/>
          <pc:sldMk cId="3477322000" sldId="274"/>
        </pc:sldMkLst>
      </pc:sldChg>
      <pc:sldChg chg="del">
        <pc:chgData name="健 翁" userId="bedff36119963aae" providerId="LiveId" clId="{81D98CDD-71E7-B643-9F1A-0E8DC705CD63}" dt="2025-07-13T11:03:32.576" v="183" actId="2696"/>
        <pc:sldMkLst>
          <pc:docMk/>
          <pc:sldMk cId="2362043420" sldId="275"/>
        </pc:sldMkLst>
      </pc:sldChg>
      <pc:sldChg chg="del">
        <pc:chgData name="健 翁" userId="bedff36119963aae" providerId="LiveId" clId="{81D98CDD-71E7-B643-9F1A-0E8DC705CD63}" dt="2025-07-13T11:03:32.600" v="192" actId="2696"/>
        <pc:sldMkLst>
          <pc:docMk/>
          <pc:sldMk cId="2683033026" sldId="276"/>
        </pc:sldMkLst>
      </pc:sldChg>
      <pc:sldChg chg="del">
        <pc:chgData name="健 翁" userId="bedff36119963aae" providerId="LiveId" clId="{81D98CDD-71E7-B643-9F1A-0E8DC705CD63}" dt="2025-07-13T11:03:32.694" v="204" actId="2696"/>
        <pc:sldMkLst>
          <pc:docMk/>
          <pc:sldMk cId="1405585502" sldId="277"/>
        </pc:sldMkLst>
      </pc:sldChg>
      <pc:sldChg chg="del">
        <pc:chgData name="健 翁" userId="bedff36119963aae" providerId="LiveId" clId="{81D98CDD-71E7-B643-9F1A-0E8DC705CD63}" dt="2025-07-13T11:03:32.599" v="191" actId="2696"/>
        <pc:sldMkLst>
          <pc:docMk/>
          <pc:sldMk cId="3528530345" sldId="278"/>
        </pc:sldMkLst>
      </pc:sldChg>
      <pc:sldChg chg="modSp mod">
        <pc:chgData name="健 翁" userId="bedff36119963aae" providerId="LiveId" clId="{81D98CDD-71E7-B643-9F1A-0E8DC705CD63}" dt="2025-07-13T11:47:57.404" v="952" actId="20577"/>
        <pc:sldMkLst>
          <pc:docMk/>
          <pc:sldMk cId="3603214495" sldId="279"/>
        </pc:sldMkLst>
      </pc:sldChg>
      <pc:sldChg chg="del">
        <pc:chgData name="健 翁" userId="bedff36119963aae" providerId="LiveId" clId="{81D98CDD-71E7-B643-9F1A-0E8DC705CD63}" dt="2025-07-13T11:03:32.638" v="201" actId="2696"/>
        <pc:sldMkLst>
          <pc:docMk/>
          <pc:sldMk cId="110944884" sldId="280"/>
        </pc:sldMkLst>
      </pc:sldChg>
      <pc:sldChg chg="modSp new mod">
        <pc:chgData name="健 翁" userId="bedff36119963aae" providerId="LiveId" clId="{81D98CDD-71E7-B643-9F1A-0E8DC705CD63}" dt="2025-07-14T11:29:32.736" v="2058" actId="20577"/>
        <pc:sldMkLst>
          <pc:docMk/>
          <pc:sldMk cId="1099448384" sldId="280"/>
        </pc:sldMkLst>
      </pc:sldChg>
      <pc:sldChg chg="del">
        <pc:chgData name="健 翁" userId="bedff36119963aae" providerId="LiveId" clId="{81D98CDD-71E7-B643-9F1A-0E8DC705CD63}" dt="2025-07-13T11:03:32.627" v="199" actId="2696"/>
        <pc:sldMkLst>
          <pc:docMk/>
          <pc:sldMk cId="76667784" sldId="281"/>
        </pc:sldMkLst>
      </pc:sldChg>
      <pc:sldChg chg="addSp delSp modSp new mod">
        <pc:chgData name="健 翁" userId="bedff36119963aae" providerId="LiveId" clId="{81D98CDD-71E7-B643-9F1A-0E8DC705CD63}" dt="2025-07-14T13:51:31.679" v="3804" actId="1076"/>
        <pc:sldMkLst>
          <pc:docMk/>
          <pc:sldMk cId="529212944" sldId="281"/>
        </pc:sldMkLst>
      </pc:sldChg>
      <pc:sldChg chg="del">
        <pc:chgData name="健 翁" userId="bedff36119963aae" providerId="LiveId" clId="{81D98CDD-71E7-B643-9F1A-0E8DC705CD63}" dt="2025-07-13T11:03:32.618" v="196" actId="2696"/>
        <pc:sldMkLst>
          <pc:docMk/>
          <pc:sldMk cId="2946841424" sldId="282"/>
        </pc:sldMkLst>
      </pc:sldChg>
      <pc:sldChg chg="modSp new mod">
        <pc:chgData name="健 翁" userId="bedff36119963aae" providerId="LiveId" clId="{81D98CDD-71E7-B643-9F1A-0E8DC705CD63}" dt="2025-07-14T10:26:31.707" v="1584" actId="20577"/>
        <pc:sldMkLst>
          <pc:docMk/>
          <pc:sldMk cId="4025768089" sldId="282"/>
        </pc:sldMkLst>
      </pc:sldChg>
      <pc:sldChg chg="del">
        <pc:chgData name="健 翁" userId="bedff36119963aae" providerId="LiveId" clId="{81D98CDD-71E7-B643-9F1A-0E8DC705CD63}" dt="2025-07-13T11:03:32.565" v="180" actId="2696"/>
        <pc:sldMkLst>
          <pc:docMk/>
          <pc:sldMk cId="2474004022" sldId="283"/>
        </pc:sldMkLst>
      </pc:sldChg>
      <pc:sldChg chg="addSp delSp modSp new mod">
        <pc:chgData name="健 翁" userId="bedff36119963aae" providerId="LiveId" clId="{81D98CDD-71E7-B643-9F1A-0E8DC705CD63}" dt="2025-07-14T12:38:41.030" v="2345" actId="20577"/>
        <pc:sldMkLst>
          <pc:docMk/>
          <pc:sldMk cId="3591861945" sldId="283"/>
        </pc:sldMkLst>
      </pc:sldChg>
      <pc:sldChg chg="addSp delSp modSp new mod">
        <pc:chgData name="健 翁" userId="bedff36119963aae" providerId="LiveId" clId="{81D98CDD-71E7-B643-9F1A-0E8DC705CD63}" dt="2025-07-15T11:48:32.626" v="4213" actId="1037"/>
        <pc:sldMkLst>
          <pc:docMk/>
          <pc:sldMk cId="2006459253" sldId="284"/>
        </pc:sldMkLst>
      </pc:sldChg>
      <pc:sldChg chg="del">
        <pc:chgData name="健 翁" userId="bedff36119963aae" providerId="LiveId" clId="{81D98CDD-71E7-B643-9F1A-0E8DC705CD63}" dt="2025-07-13T11:03:32.609" v="194" actId="2696"/>
        <pc:sldMkLst>
          <pc:docMk/>
          <pc:sldMk cId="2750808999" sldId="285"/>
        </pc:sldMkLst>
      </pc:sldChg>
      <pc:sldChg chg="addSp delSp modSp new mod">
        <pc:chgData name="健 翁" userId="bedff36119963aae" providerId="LiveId" clId="{81D98CDD-71E7-B643-9F1A-0E8DC705CD63}" dt="2025-07-14T12:47:23.799" v="2593" actId="20577"/>
        <pc:sldMkLst>
          <pc:docMk/>
          <pc:sldMk cId="3873085482" sldId="285"/>
        </pc:sldMkLst>
      </pc:sldChg>
      <pc:sldChg chg="addSp delSp modSp new mod ord">
        <pc:chgData name="健 翁" userId="bedff36119963aae" providerId="LiveId" clId="{81D98CDD-71E7-B643-9F1A-0E8DC705CD63}" dt="2025-07-14T13:22:12.568" v="3094" actId="20577"/>
        <pc:sldMkLst>
          <pc:docMk/>
          <pc:sldMk cId="2101903465" sldId="286"/>
        </pc:sldMkLst>
      </pc:sldChg>
      <pc:sldChg chg="del">
        <pc:chgData name="健 翁" userId="bedff36119963aae" providerId="LiveId" clId="{81D98CDD-71E7-B643-9F1A-0E8DC705CD63}" dt="2025-07-13T11:03:32.585" v="184" actId="2696"/>
        <pc:sldMkLst>
          <pc:docMk/>
          <pc:sldMk cId="2983435651" sldId="286"/>
        </pc:sldMkLst>
      </pc:sldChg>
      <pc:sldChg chg="addSp delSp modSp add mod">
        <pc:chgData name="健 翁" userId="bedff36119963aae" providerId="LiveId" clId="{81D98CDD-71E7-B643-9F1A-0E8DC705CD63}" dt="2025-07-14T13:11:01.283" v="3025" actId="478"/>
        <pc:sldMkLst>
          <pc:docMk/>
          <pc:sldMk cId="788939613" sldId="287"/>
        </pc:sldMkLst>
      </pc:sldChg>
      <pc:sldChg chg="del">
        <pc:chgData name="健 翁" userId="bedff36119963aae" providerId="LiveId" clId="{81D98CDD-71E7-B643-9F1A-0E8DC705CD63}" dt="2025-07-13T11:03:32.593" v="186" actId="2696"/>
        <pc:sldMkLst>
          <pc:docMk/>
          <pc:sldMk cId="2965404456" sldId="287"/>
        </pc:sldMkLst>
      </pc:sldChg>
      <pc:sldChg chg="addSp delSp modSp new mod">
        <pc:chgData name="健 翁" userId="bedff36119963aae" providerId="LiveId" clId="{81D98CDD-71E7-B643-9F1A-0E8DC705CD63}" dt="2025-07-14T13:25:42.663" v="3202" actId="1076"/>
        <pc:sldMkLst>
          <pc:docMk/>
          <pc:sldMk cId="973594135" sldId="288"/>
        </pc:sldMkLst>
      </pc:sldChg>
      <pc:sldChg chg="del">
        <pc:chgData name="健 翁" userId="bedff36119963aae" providerId="LiveId" clId="{81D98CDD-71E7-B643-9F1A-0E8DC705CD63}" dt="2025-07-13T11:03:32.712" v="209" actId="2696"/>
        <pc:sldMkLst>
          <pc:docMk/>
          <pc:sldMk cId="3196839500" sldId="288"/>
        </pc:sldMkLst>
      </pc:sldChg>
      <pc:sldChg chg="addSp delSp modSp new mod setBg">
        <pc:chgData name="健 翁" userId="bedff36119963aae" providerId="LiveId" clId="{81D98CDD-71E7-B643-9F1A-0E8DC705CD63}" dt="2025-07-14T13:33:04.242" v="3529" actId="1076"/>
        <pc:sldMkLst>
          <pc:docMk/>
          <pc:sldMk cId="637991471" sldId="289"/>
        </pc:sldMkLst>
      </pc:sldChg>
      <pc:sldChg chg="del">
        <pc:chgData name="健 翁" userId="bedff36119963aae" providerId="LiveId" clId="{81D98CDD-71E7-B643-9F1A-0E8DC705CD63}" dt="2025-07-13T11:03:32.595" v="187" actId="2696"/>
        <pc:sldMkLst>
          <pc:docMk/>
          <pc:sldMk cId="840447927" sldId="289"/>
        </pc:sldMkLst>
      </pc:sldChg>
      <pc:sldChg chg="addSp modSp new mod">
        <pc:chgData name="健 翁" userId="bedff36119963aae" providerId="LiveId" clId="{81D98CDD-71E7-B643-9F1A-0E8DC705CD63}" dt="2025-07-14T13:52:25.363" v="3910" actId="14100"/>
        <pc:sldMkLst>
          <pc:docMk/>
          <pc:sldMk cId="1009618631" sldId="290"/>
        </pc:sldMkLst>
      </pc:sldChg>
      <pc:sldChg chg="del">
        <pc:chgData name="健 翁" userId="bedff36119963aae" providerId="LiveId" clId="{81D98CDD-71E7-B643-9F1A-0E8DC705CD63}" dt="2025-07-13T11:03:32.693" v="203" actId="2696"/>
        <pc:sldMkLst>
          <pc:docMk/>
          <pc:sldMk cId="2051713826" sldId="290"/>
        </pc:sldMkLst>
      </pc:sldChg>
      <pc:sldChg chg="addSp modSp new mod">
        <pc:chgData name="健 翁" userId="bedff36119963aae" providerId="LiveId" clId="{81D98CDD-71E7-B643-9F1A-0E8DC705CD63}" dt="2025-07-14T13:52:38.984" v="3922" actId="20577"/>
        <pc:sldMkLst>
          <pc:docMk/>
          <pc:sldMk cId="440004574" sldId="291"/>
        </pc:sldMkLst>
      </pc:sldChg>
      <pc:sldChg chg="del">
        <pc:chgData name="健 翁" userId="bedff36119963aae" providerId="LiveId" clId="{81D98CDD-71E7-B643-9F1A-0E8DC705CD63}" dt="2025-07-13T11:03:32.544" v="176" actId="2696"/>
        <pc:sldMkLst>
          <pc:docMk/>
          <pc:sldMk cId="2297001055" sldId="291"/>
        </pc:sldMkLst>
      </pc:sldChg>
      <pc:sldChg chg="addSp delSp modSp new mod">
        <pc:chgData name="健 翁" userId="bedff36119963aae" providerId="LiveId" clId="{81D98CDD-71E7-B643-9F1A-0E8DC705CD63}" dt="2025-07-14T13:55:15.395" v="4171" actId="20577"/>
        <pc:sldMkLst>
          <pc:docMk/>
          <pc:sldMk cId="3238021198" sldId="292"/>
        </pc:sldMkLst>
      </pc:sldChg>
      <pc:sldChg chg="del">
        <pc:chgData name="健 翁" userId="bedff36119963aae" providerId="LiveId" clId="{81D98CDD-71E7-B643-9F1A-0E8DC705CD63}" dt="2025-07-13T11:03:32.626" v="198" actId="2696"/>
        <pc:sldMkLst>
          <pc:docMk/>
          <pc:sldMk cId="2627892269" sldId="293"/>
        </pc:sldMkLst>
      </pc:sldChg>
      <pc:sldChg chg="modSp add mod">
        <pc:chgData name="健 翁" userId="bedff36119963aae" providerId="LiveId" clId="{81D98CDD-71E7-B643-9F1A-0E8DC705CD63}" dt="2025-07-14T13:55:38.737" v="4204" actId="113"/>
        <pc:sldMkLst>
          <pc:docMk/>
          <pc:sldMk cId="3954485117" sldId="293"/>
        </pc:sldMkLst>
      </pc:sldChg>
      <pc:sldChg chg="del">
        <pc:chgData name="健 翁" userId="bedff36119963aae" providerId="LiveId" clId="{81D98CDD-71E7-B643-9F1A-0E8DC705CD63}" dt="2025-07-13T11:03:32.596" v="188" actId="2696"/>
        <pc:sldMkLst>
          <pc:docMk/>
          <pc:sldMk cId="1316165437" sldId="294"/>
        </pc:sldMkLst>
      </pc:sldChg>
      <pc:sldChg chg="addSp delSp modSp new mod">
        <pc:chgData name="健 翁" userId="bedff36119963aae" providerId="LiveId" clId="{81D98CDD-71E7-B643-9F1A-0E8DC705CD63}" dt="2025-07-15T13:26:51.977" v="4471" actId="1076"/>
        <pc:sldMkLst>
          <pc:docMk/>
          <pc:sldMk cId="2872467109" sldId="294"/>
        </pc:sldMkLst>
      </pc:sldChg>
      <pc:sldChg chg="del">
        <pc:chgData name="健 翁" userId="bedff36119963aae" providerId="LiveId" clId="{81D98CDD-71E7-B643-9F1A-0E8DC705CD63}" dt="2025-07-13T11:03:32.597" v="189" actId="2696"/>
        <pc:sldMkLst>
          <pc:docMk/>
          <pc:sldMk cId="1435530195" sldId="295"/>
        </pc:sldMkLst>
      </pc:sldChg>
      <pc:sldChg chg="addSp delSp modSp new mod">
        <pc:chgData name="健 翁" userId="bedff36119963aae" providerId="LiveId" clId="{81D98CDD-71E7-B643-9F1A-0E8DC705CD63}" dt="2025-07-16T11:52:25.089" v="6176" actId="20577"/>
        <pc:sldMkLst>
          <pc:docMk/>
          <pc:sldMk cId="3730443816" sldId="295"/>
        </pc:sldMkLst>
      </pc:sldChg>
      <pc:sldChg chg="del">
        <pc:chgData name="健 翁" userId="bedff36119963aae" providerId="LiveId" clId="{81D98CDD-71E7-B643-9F1A-0E8DC705CD63}" dt="2025-07-13T11:03:32.597" v="190" actId="2696"/>
        <pc:sldMkLst>
          <pc:docMk/>
          <pc:sldMk cId="1139930095" sldId="296"/>
        </pc:sldMkLst>
      </pc:sldChg>
      <pc:sldChg chg="modSp add mod">
        <pc:chgData name="健 翁" userId="bedff36119963aae" providerId="LiveId" clId="{81D98CDD-71E7-B643-9F1A-0E8DC705CD63}" dt="2025-07-15T13:28:30.847" v="4513" actId="20577"/>
        <pc:sldMkLst>
          <pc:docMk/>
          <pc:sldMk cId="2766724417" sldId="296"/>
        </pc:sldMkLst>
      </pc:sldChg>
      <pc:sldChg chg="addSp modSp new mod">
        <pc:chgData name="健 翁" userId="bedff36119963aae" providerId="LiveId" clId="{81D98CDD-71E7-B643-9F1A-0E8DC705CD63}" dt="2025-07-15T13:52:37.034" v="4772" actId="20577"/>
        <pc:sldMkLst>
          <pc:docMk/>
          <pc:sldMk cId="810463276" sldId="297"/>
        </pc:sldMkLst>
      </pc:sldChg>
      <pc:sldChg chg="del">
        <pc:chgData name="健 翁" userId="bedff36119963aae" providerId="LiveId" clId="{81D98CDD-71E7-B643-9F1A-0E8DC705CD63}" dt="2025-07-13T11:03:32.555" v="178" actId="2696"/>
        <pc:sldMkLst>
          <pc:docMk/>
          <pc:sldMk cId="1668426669" sldId="297"/>
        </pc:sldMkLst>
      </pc:sldChg>
      <pc:sldChg chg="addSp delSp modSp new mod">
        <pc:chgData name="健 翁" userId="bedff36119963aae" providerId="LiveId" clId="{81D98CDD-71E7-B643-9F1A-0E8DC705CD63}" dt="2025-07-16T11:01:42.290" v="5270" actId="14100"/>
        <pc:sldMkLst>
          <pc:docMk/>
          <pc:sldMk cId="570791904" sldId="298"/>
        </pc:sldMkLst>
      </pc:sldChg>
      <pc:sldChg chg="addSp modSp new mod">
        <pc:chgData name="健 翁" userId="bedff36119963aae" providerId="LiveId" clId="{81D98CDD-71E7-B643-9F1A-0E8DC705CD63}" dt="2025-07-16T11:27:57.687" v="5576" actId="14100"/>
        <pc:sldMkLst>
          <pc:docMk/>
          <pc:sldMk cId="3198490352" sldId="299"/>
        </pc:sldMkLst>
      </pc:sldChg>
      <pc:sldChg chg="addSp delSp modSp add mod modNotesTx">
        <pc:chgData name="健 翁" userId="bedff36119963aae" providerId="LiveId" clId="{81D98CDD-71E7-B643-9F1A-0E8DC705CD63}" dt="2025-07-16T11:15:11.352" v="5503"/>
        <pc:sldMkLst>
          <pc:docMk/>
          <pc:sldMk cId="3382481137" sldId="300"/>
        </pc:sldMkLst>
      </pc:sldChg>
      <pc:sldChg chg="addSp modSp new mod">
        <pc:chgData name="健 翁" userId="bedff36119963aae" providerId="LiveId" clId="{81D98CDD-71E7-B643-9F1A-0E8DC705CD63}" dt="2025-07-16T11:48:14.380" v="6063" actId="1076"/>
        <pc:sldMkLst>
          <pc:docMk/>
          <pc:sldMk cId="3979103764" sldId="301"/>
        </pc:sldMkLst>
      </pc:sldChg>
      <pc:sldChg chg="addSp delSp modSp new mod">
        <pc:chgData name="健 翁" userId="bedff36119963aae" providerId="LiveId" clId="{81D98CDD-71E7-B643-9F1A-0E8DC705CD63}" dt="2025-07-16T12:03:58.434" v="6707" actId="1076"/>
        <pc:sldMkLst>
          <pc:docMk/>
          <pc:sldMk cId="828277869" sldId="302"/>
        </pc:sldMkLst>
      </pc:sldChg>
      <pc:sldChg chg="addSp delSp modSp new mod">
        <pc:chgData name="健 翁" userId="bedff36119963aae" providerId="LiveId" clId="{81D98CDD-71E7-B643-9F1A-0E8DC705CD63}" dt="2025-07-16T11:57:03.441" v="6354" actId="1076"/>
        <pc:sldMkLst>
          <pc:docMk/>
          <pc:sldMk cId="1485329573" sldId="303"/>
        </pc:sldMkLst>
      </pc:sldChg>
      <pc:sldChg chg="addSp delSp modSp new mod">
        <pc:chgData name="健 翁" userId="bedff36119963aae" providerId="LiveId" clId="{81D98CDD-71E7-B643-9F1A-0E8DC705CD63}" dt="2025-07-16T12:02:50.403" v="6588" actId="14100"/>
        <pc:sldMkLst>
          <pc:docMk/>
          <pc:sldMk cId="2871260575" sldId="304"/>
        </pc:sldMkLst>
      </pc:sldChg>
      <pc:sldChg chg="addSp modSp new mod">
        <pc:chgData name="健 翁" userId="bedff36119963aae" providerId="LiveId" clId="{81D98CDD-71E7-B643-9F1A-0E8DC705CD63}" dt="2025-07-16T12:07:39.032" v="6976" actId="1076"/>
        <pc:sldMkLst>
          <pc:docMk/>
          <pc:sldMk cId="984517632" sldId="305"/>
        </pc:sldMkLst>
      </pc:sldChg>
      <pc:sldChg chg="addSp modSp new mod">
        <pc:chgData name="健 翁" userId="bedff36119963aae" providerId="LiveId" clId="{81D98CDD-71E7-B643-9F1A-0E8DC705CD63}" dt="2025-07-16T12:10:50.274" v="7146" actId="1076"/>
        <pc:sldMkLst>
          <pc:docMk/>
          <pc:sldMk cId="47285139" sldId="306"/>
        </pc:sldMkLst>
      </pc:sldChg>
      <pc:sldChg chg="addSp modSp new mod">
        <pc:chgData name="健 翁" userId="bedff36119963aae" providerId="LiveId" clId="{81D98CDD-71E7-B643-9F1A-0E8DC705CD63}" dt="2025-07-16T12:12:30.145" v="7285" actId="14100"/>
        <pc:sldMkLst>
          <pc:docMk/>
          <pc:sldMk cId="982245276" sldId="307"/>
        </pc:sldMkLst>
      </pc:sldChg>
      <pc:sldChg chg="addSp modSp new mod">
        <pc:chgData name="健 翁" userId="bedff36119963aae" providerId="LiveId" clId="{81D98CDD-71E7-B643-9F1A-0E8DC705CD63}" dt="2025-07-16T12:15:47.013" v="7437" actId="1076"/>
        <pc:sldMkLst>
          <pc:docMk/>
          <pc:sldMk cId="2022982004" sldId="308"/>
        </pc:sldMkLst>
      </pc:sldChg>
      <pc:sldChg chg="addSp modSp new mod">
        <pc:chgData name="健 翁" userId="bedff36119963aae" providerId="LiveId" clId="{81D98CDD-71E7-B643-9F1A-0E8DC705CD63}" dt="2025-07-16T12:20:13.660" v="7735" actId="1076"/>
        <pc:sldMkLst>
          <pc:docMk/>
          <pc:sldMk cId="1709060383" sldId="309"/>
        </pc:sldMkLst>
      </pc:sldChg>
      <pc:sldChg chg="addSp delSp modSp new mod">
        <pc:chgData name="健 翁" userId="bedff36119963aae" providerId="LiveId" clId="{81D98CDD-71E7-B643-9F1A-0E8DC705CD63}" dt="2025-07-16T13:10:54.189" v="8285" actId="1076"/>
        <pc:sldMkLst>
          <pc:docMk/>
          <pc:sldMk cId="340457952" sldId="310"/>
        </pc:sldMkLst>
      </pc:sldChg>
      <pc:sldChg chg="addSp modSp new mod">
        <pc:chgData name="健 翁" userId="bedff36119963aae" providerId="LiveId" clId="{81D98CDD-71E7-B643-9F1A-0E8DC705CD63}" dt="2025-07-16T13:12:12.440" v="8425" actId="1076"/>
        <pc:sldMkLst>
          <pc:docMk/>
          <pc:sldMk cId="81617018" sldId="311"/>
        </pc:sldMkLst>
      </pc:sldChg>
      <pc:sldChg chg="addSp modSp new mod">
        <pc:chgData name="健 翁" userId="bedff36119963aae" providerId="LiveId" clId="{81D98CDD-71E7-B643-9F1A-0E8DC705CD63}" dt="2025-07-16T13:25:33.355" v="9052" actId="1076"/>
        <pc:sldMkLst>
          <pc:docMk/>
          <pc:sldMk cId="1058168085" sldId="312"/>
        </pc:sldMkLst>
      </pc:sldChg>
      <pc:sldChg chg="addSp delSp modSp new mod">
        <pc:chgData name="健 翁" userId="bedff36119963aae" providerId="LiveId" clId="{81D98CDD-71E7-B643-9F1A-0E8DC705CD63}" dt="2025-07-16T13:18:08.511" v="8645" actId="1076"/>
        <pc:sldMkLst>
          <pc:docMk/>
          <pc:sldMk cId="1560113113" sldId="313"/>
        </pc:sldMkLst>
      </pc:sldChg>
      <pc:sldChg chg="addSp delSp modSp new mod">
        <pc:chgData name="健 翁" userId="bedff36119963aae" providerId="LiveId" clId="{81D98CDD-71E7-B643-9F1A-0E8DC705CD63}" dt="2025-07-17T07:42:28.543" v="9172"/>
        <pc:sldMkLst>
          <pc:docMk/>
          <pc:sldMk cId="2064878110" sldId="314"/>
        </pc:sldMkLst>
      </pc:sldChg>
    </pc:docChg>
  </pc:docChgLst>
  <pc:docChgLst>
    <pc:chgData name="健 翁" userId="bedff36119963aae" providerId="LiveId" clId="{49B7D159-3F16-714C-9F87-3BB6392840D6}"/>
    <pc:docChg chg="undo custSel addSld delSld modSld sldOrd">
      <pc:chgData name="健 翁" userId="bedff36119963aae" providerId="LiveId" clId="{49B7D159-3F16-714C-9F87-3BB6392840D6}" dt="2025-07-31T07:16:25.884" v="8057" actId="20577"/>
      <pc:docMkLst>
        <pc:docMk/>
      </pc:docMkLst>
      <pc:sldChg chg="modSp mod">
        <pc:chgData name="健 翁" userId="bedff36119963aae" providerId="LiveId" clId="{49B7D159-3F16-714C-9F87-3BB6392840D6}" dt="2025-07-26T07:49:18.995" v="71" actId="1076"/>
        <pc:sldMkLst>
          <pc:docMk/>
          <pc:sldMk cId="483929235" sldId="256"/>
        </pc:sldMkLst>
      </pc:sldChg>
      <pc:sldChg chg="del">
        <pc:chgData name="健 翁" userId="bedff36119963aae" providerId="LiveId" clId="{49B7D159-3F16-714C-9F87-3BB6392840D6}" dt="2025-07-26T07:49:08.787" v="23" actId="2696"/>
        <pc:sldMkLst>
          <pc:docMk/>
          <pc:sldMk cId="3603214495" sldId="279"/>
        </pc:sldMkLst>
      </pc:sldChg>
      <pc:sldChg chg="del">
        <pc:chgData name="健 翁" userId="bedff36119963aae" providerId="LiveId" clId="{49B7D159-3F16-714C-9F87-3BB6392840D6}" dt="2025-07-26T07:49:08.832" v="59" actId="2696"/>
        <pc:sldMkLst>
          <pc:docMk/>
          <pc:sldMk cId="3570270889" sldId="280"/>
        </pc:sldMkLst>
      </pc:sldChg>
      <pc:sldChg chg="del">
        <pc:chgData name="健 翁" userId="bedff36119963aae" providerId="LiveId" clId="{49B7D159-3F16-714C-9F87-3BB6392840D6}" dt="2025-07-26T07:49:08.813" v="48" actId="2696"/>
        <pc:sldMkLst>
          <pc:docMk/>
          <pc:sldMk cId="1789390656" sldId="281"/>
        </pc:sldMkLst>
      </pc:sldChg>
      <pc:sldChg chg="modSp del mod">
        <pc:chgData name="健 翁" userId="bedff36119963aae" providerId="LiveId" clId="{49B7D159-3F16-714C-9F87-3BB6392840D6}" dt="2025-07-27T12:43:38.614" v="1610" actId="2696"/>
        <pc:sldMkLst>
          <pc:docMk/>
          <pc:sldMk cId="143898142" sldId="282"/>
        </pc:sldMkLst>
      </pc:sldChg>
      <pc:sldChg chg="modSp add mod">
        <pc:chgData name="健 翁" userId="bedff36119963aae" providerId="LiveId" clId="{49B7D159-3F16-714C-9F87-3BB6392840D6}" dt="2025-07-27T12:43:44.470" v="1621" actId="20577"/>
        <pc:sldMkLst>
          <pc:docMk/>
          <pc:sldMk cId="3354263762" sldId="282"/>
        </pc:sldMkLst>
      </pc:sldChg>
      <pc:sldChg chg="modSp add del mod ord">
        <pc:chgData name="健 翁" userId="bedff36119963aae" providerId="LiveId" clId="{49B7D159-3F16-714C-9F87-3BB6392840D6}" dt="2025-07-27T07:40:45.631" v="593" actId="20577"/>
        <pc:sldMkLst>
          <pc:docMk/>
          <pc:sldMk cId="3568768472" sldId="283"/>
        </pc:sldMkLst>
      </pc:sldChg>
      <pc:sldChg chg="del">
        <pc:chgData name="健 翁" userId="bedff36119963aae" providerId="LiveId" clId="{49B7D159-3F16-714C-9F87-3BB6392840D6}" dt="2025-07-26T07:49:08.811" v="46" actId="2696"/>
        <pc:sldMkLst>
          <pc:docMk/>
          <pc:sldMk cId="627576973" sldId="284"/>
        </pc:sldMkLst>
      </pc:sldChg>
      <pc:sldChg chg="del">
        <pc:chgData name="健 翁" userId="bedff36119963aae" providerId="LiveId" clId="{49B7D159-3F16-714C-9F87-3BB6392840D6}" dt="2025-07-26T07:49:08.792" v="27" actId="2696"/>
        <pc:sldMkLst>
          <pc:docMk/>
          <pc:sldMk cId="1977822595" sldId="285"/>
        </pc:sldMkLst>
      </pc:sldChg>
      <pc:sldChg chg="del">
        <pc:chgData name="健 翁" userId="bedff36119963aae" providerId="LiveId" clId="{49B7D159-3F16-714C-9F87-3BB6392840D6}" dt="2025-07-26T07:49:08.794" v="29" actId="2696"/>
        <pc:sldMkLst>
          <pc:docMk/>
          <pc:sldMk cId="2496937739" sldId="286"/>
        </pc:sldMkLst>
      </pc:sldChg>
      <pc:sldChg chg="del">
        <pc:chgData name="健 翁" userId="bedff36119963aae" providerId="LiveId" clId="{49B7D159-3F16-714C-9F87-3BB6392840D6}" dt="2025-07-26T07:49:08.807" v="42" actId="2696"/>
        <pc:sldMkLst>
          <pc:docMk/>
          <pc:sldMk cId="97295590" sldId="287"/>
        </pc:sldMkLst>
      </pc:sldChg>
      <pc:sldChg chg="del">
        <pc:chgData name="健 翁" userId="bedff36119963aae" providerId="LiveId" clId="{49B7D159-3F16-714C-9F87-3BB6392840D6}" dt="2025-07-26T07:49:08.818" v="53" actId="2696"/>
        <pc:sldMkLst>
          <pc:docMk/>
          <pc:sldMk cId="1857404485" sldId="288"/>
        </pc:sldMkLst>
      </pc:sldChg>
      <pc:sldChg chg="addSp delSp modSp add del mod">
        <pc:chgData name="健 翁" userId="bedff36119963aae" providerId="LiveId" clId="{49B7D159-3F16-714C-9F87-3BB6392840D6}" dt="2025-07-27T13:20:34.841" v="2854" actId="313"/>
        <pc:sldMkLst>
          <pc:docMk/>
          <pc:sldMk cId="3814483629" sldId="289"/>
        </pc:sldMkLst>
      </pc:sldChg>
      <pc:sldChg chg="del">
        <pc:chgData name="健 翁" userId="bedff36119963aae" providerId="LiveId" clId="{49B7D159-3F16-714C-9F87-3BB6392840D6}" dt="2025-07-26T07:49:08.845" v="62" actId="2696"/>
        <pc:sldMkLst>
          <pc:docMk/>
          <pc:sldMk cId="3365917924" sldId="290"/>
        </pc:sldMkLst>
      </pc:sldChg>
      <pc:sldChg chg="del">
        <pc:chgData name="健 翁" userId="bedff36119963aae" providerId="LiveId" clId="{49B7D159-3F16-714C-9F87-3BB6392840D6}" dt="2025-07-26T07:49:08.803" v="39" actId="2696"/>
        <pc:sldMkLst>
          <pc:docMk/>
          <pc:sldMk cId="797005329" sldId="291"/>
        </pc:sldMkLst>
      </pc:sldChg>
      <pc:sldChg chg="del">
        <pc:chgData name="健 翁" userId="bedff36119963aae" providerId="LiveId" clId="{49B7D159-3F16-714C-9F87-3BB6392840D6}" dt="2025-07-26T07:49:08.791" v="26" actId="2696"/>
        <pc:sldMkLst>
          <pc:docMk/>
          <pc:sldMk cId="3893743986" sldId="292"/>
        </pc:sldMkLst>
      </pc:sldChg>
      <pc:sldChg chg="del">
        <pc:chgData name="健 翁" userId="bedff36119963aae" providerId="LiveId" clId="{49B7D159-3F16-714C-9F87-3BB6392840D6}" dt="2025-07-26T07:49:08.816" v="51" actId="2696"/>
        <pc:sldMkLst>
          <pc:docMk/>
          <pc:sldMk cId="3241434502" sldId="293"/>
        </pc:sldMkLst>
      </pc:sldChg>
      <pc:sldChg chg="del">
        <pc:chgData name="健 翁" userId="bedff36119963aae" providerId="LiveId" clId="{49B7D159-3F16-714C-9F87-3BB6392840D6}" dt="2025-07-26T07:49:08.800" v="35" actId="2696"/>
        <pc:sldMkLst>
          <pc:docMk/>
          <pc:sldMk cId="3207380523" sldId="294"/>
        </pc:sldMkLst>
      </pc:sldChg>
      <pc:sldChg chg="del">
        <pc:chgData name="健 翁" userId="bedff36119963aae" providerId="LiveId" clId="{49B7D159-3F16-714C-9F87-3BB6392840D6}" dt="2025-07-26T07:49:08.820" v="55" actId="2696"/>
        <pc:sldMkLst>
          <pc:docMk/>
          <pc:sldMk cId="166719310" sldId="296"/>
        </pc:sldMkLst>
      </pc:sldChg>
      <pc:sldChg chg="del">
        <pc:chgData name="健 翁" userId="bedff36119963aae" providerId="LiveId" clId="{49B7D159-3F16-714C-9F87-3BB6392840D6}" dt="2025-07-26T07:49:08.862" v="69" actId="2696"/>
        <pc:sldMkLst>
          <pc:docMk/>
          <pc:sldMk cId="2151087429" sldId="297"/>
        </pc:sldMkLst>
      </pc:sldChg>
      <pc:sldChg chg="del">
        <pc:chgData name="健 翁" userId="bedff36119963aae" providerId="LiveId" clId="{49B7D159-3F16-714C-9F87-3BB6392840D6}" dt="2025-07-26T07:49:08.812" v="47" actId="2696"/>
        <pc:sldMkLst>
          <pc:docMk/>
          <pc:sldMk cId="1065819061" sldId="298"/>
        </pc:sldMkLst>
      </pc:sldChg>
      <pc:sldChg chg="del">
        <pc:chgData name="健 翁" userId="bedff36119963aae" providerId="LiveId" clId="{49B7D159-3F16-714C-9F87-3BB6392840D6}" dt="2025-07-26T07:49:08.821" v="56" actId="2696"/>
        <pc:sldMkLst>
          <pc:docMk/>
          <pc:sldMk cId="4095869668" sldId="299"/>
        </pc:sldMkLst>
      </pc:sldChg>
      <pc:sldChg chg="del">
        <pc:chgData name="健 翁" userId="bedff36119963aae" providerId="LiveId" clId="{49B7D159-3F16-714C-9F87-3BB6392840D6}" dt="2025-07-26T07:49:08.802" v="38" actId="2696"/>
        <pc:sldMkLst>
          <pc:docMk/>
          <pc:sldMk cId="1116092405" sldId="300"/>
        </pc:sldMkLst>
      </pc:sldChg>
      <pc:sldChg chg="del">
        <pc:chgData name="健 翁" userId="bedff36119963aae" providerId="LiveId" clId="{49B7D159-3F16-714C-9F87-3BB6392840D6}" dt="2025-07-26T07:49:08.846" v="64" actId="2696"/>
        <pc:sldMkLst>
          <pc:docMk/>
          <pc:sldMk cId="3415701890" sldId="301"/>
        </pc:sldMkLst>
      </pc:sldChg>
      <pc:sldChg chg="del">
        <pc:chgData name="健 翁" userId="bedff36119963aae" providerId="LiveId" clId="{49B7D159-3F16-714C-9F87-3BB6392840D6}" dt="2025-07-26T07:49:08.822" v="57" actId="2696"/>
        <pc:sldMkLst>
          <pc:docMk/>
          <pc:sldMk cId="24568203" sldId="302"/>
        </pc:sldMkLst>
      </pc:sldChg>
      <pc:sldChg chg="del">
        <pc:chgData name="健 翁" userId="bedff36119963aae" providerId="LiveId" clId="{49B7D159-3F16-714C-9F87-3BB6392840D6}" dt="2025-07-26T07:49:08.833" v="60" actId="2696"/>
        <pc:sldMkLst>
          <pc:docMk/>
          <pc:sldMk cId="3569137865" sldId="303"/>
        </pc:sldMkLst>
      </pc:sldChg>
      <pc:sldChg chg="del">
        <pc:chgData name="健 翁" userId="bedff36119963aae" providerId="LiveId" clId="{49B7D159-3F16-714C-9F87-3BB6392840D6}" dt="2025-07-26T07:49:08.809" v="44" actId="2696"/>
        <pc:sldMkLst>
          <pc:docMk/>
          <pc:sldMk cId="82117550" sldId="304"/>
        </pc:sldMkLst>
      </pc:sldChg>
      <pc:sldChg chg="del">
        <pc:chgData name="健 翁" userId="bedff36119963aae" providerId="LiveId" clId="{49B7D159-3F16-714C-9F87-3BB6392840D6}" dt="2025-07-26T07:49:08.798" v="34" actId="2696"/>
        <pc:sldMkLst>
          <pc:docMk/>
          <pc:sldMk cId="1356267664" sldId="305"/>
        </pc:sldMkLst>
      </pc:sldChg>
      <pc:sldChg chg="del">
        <pc:chgData name="健 翁" userId="bedff36119963aae" providerId="LiveId" clId="{49B7D159-3F16-714C-9F87-3BB6392840D6}" dt="2025-07-26T07:49:08.797" v="33" actId="2696"/>
        <pc:sldMkLst>
          <pc:docMk/>
          <pc:sldMk cId="533372942" sldId="306"/>
        </pc:sldMkLst>
      </pc:sldChg>
      <pc:sldChg chg="del">
        <pc:chgData name="健 翁" userId="bedff36119963aae" providerId="LiveId" clId="{49B7D159-3F16-714C-9F87-3BB6392840D6}" dt="2025-07-26T07:49:08.789" v="25" actId="2696"/>
        <pc:sldMkLst>
          <pc:docMk/>
          <pc:sldMk cId="750772470" sldId="307"/>
        </pc:sldMkLst>
      </pc:sldChg>
      <pc:sldChg chg="del">
        <pc:chgData name="健 翁" userId="bedff36119963aae" providerId="LiveId" clId="{49B7D159-3F16-714C-9F87-3BB6392840D6}" dt="2025-07-26T07:49:08.793" v="28" actId="2696"/>
        <pc:sldMkLst>
          <pc:docMk/>
          <pc:sldMk cId="357929659" sldId="308"/>
        </pc:sldMkLst>
      </pc:sldChg>
      <pc:sldChg chg="del">
        <pc:chgData name="健 翁" userId="bedff36119963aae" providerId="LiveId" clId="{49B7D159-3F16-714C-9F87-3BB6392840D6}" dt="2025-07-26T07:49:08.854" v="65" actId="2696"/>
        <pc:sldMkLst>
          <pc:docMk/>
          <pc:sldMk cId="3562470980" sldId="309"/>
        </pc:sldMkLst>
      </pc:sldChg>
      <pc:sldChg chg="del">
        <pc:chgData name="健 翁" userId="bedff36119963aae" providerId="LiveId" clId="{49B7D159-3F16-714C-9F87-3BB6392840D6}" dt="2025-07-26T07:49:08.814" v="49" actId="2696"/>
        <pc:sldMkLst>
          <pc:docMk/>
          <pc:sldMk cId="462875382" sldId="310"/>
        </pc:sldMkLst>
      </pc:sldChg>
      <pc:sldChg chg="del">
        <pc:chgData name="健 翁" userId="bedff36119963aae" providerId="LiveId" clId="{49B7D159-3F16-714C-9F87-3BB6392840D6}" dt="2025-07-26T07:49:08.805" v="40" actId="2696"/>
        <pc:sldMkLst>
          <pc:docMk/>
          <pc:sldMk cId="3316186317" sldId="320"/>
        </pc:sldMkLst>
      </pc:sldChg>
      <pc:sldChg chg="del">
        <pc:chgData name="健 翁" userId="bedff36119963aae" providerId="LiveId" clId="{49B7D159-3F16-714C-9F87-3BB6392840D6}" dt="2025-07-26T07:49:08.808" v="43" actId="2696"/>
        <pc:sldMkLst>
          <pc:docMk/>
          <pc:sldMk cId="318286734" sldId="321"/>
        </pc:sldMkLst>
      </pc:sldChg>
      <pc:sldChg chg="del">
        <pc:chgData name="健 翁" userId="bedff36119963aae" providerId="LiveId" clId="{49B7D159-3F16-714C-9F87-3BB6392840D6}" dt="2025-07-26T07:49:08.788" v="24" actId="2696"/>
        <pc:sldMkLst>
          <pc:docMk/>
          <pc:sldMk cId="3237599614" sldId="322"/>
        </pc:sldMkLst>
      </pc:sldChg>
      <pc:sldChg chg="del">
        <pc:chgData name="健 翁" userId="bedff36119963aae" providerId="LiveId" clId="{49B7D159-3F16-714C-9F87-3BB6392840D6}" dt="2025-07-26T07:49:08.795" v="30" actId="2696"/>
        <pc:sldMkLst>
          <pc:docMk/>
          <pc:sldMk cId="2686262393" sldId="323"/>
        </pc:sldMkLst>
      </pc:sldChg>
      <pc:sldChg chg="del">
        <pc:chgData name="健 翁" userId="bedff36119963aae" providerId="LiveId" clId="{49B7D159-3F16-714C-9F87-3BB6392840D6}" dt="2025-07-26T07:49:08.817" v="52" actId="2696"/>
        <pc:sldMkLst>
          <pc:docMk/>
          <pc:sldMk cId="1199047938" sldId="324"/>
        </pc:sldMkLst>
      </pc:sldChg>
      <pc:sldChg chg="del">
        <pc:chgData name="健 翁" userId="bedff36119963aae" providerId="LiveId" clId="{49B7D159-3F16-714C-9F87-3BB6392840D6}" dt="2025-07-26T07:49:08.823" v="58" actId="2696"/>
        <pc:sldMkLst>
          <pc:docMk/>
          <pc:sldMk cId="1191708241" sldId="325"/>
        </pc:sldMkLst>
      </pc:sldChg>
      <pc:sldChg chg="del">
        <pc:chgData name="健 翁" userId="bedff36119963aae" providerId="LiveId" clId="{49B7D159-3F16-714C-9F87-3BB6392840D6}" dt="2025-07-26T07:49:08.856" v="67" actId="2696"/>
        <pc:sldMkLst>
          <pc:docMk/>
          <pc:sldMk cId="1117928642" sldId="326"/>
        </pc:sldMkLst>
      </pc:sldChg>
      <pc:sldChg chg="del">
        <pc:chgData name="健 翁" userId="bedff36119963aae" providerId="LiveId" clId="{49B7D159-3F16-714C-9F87-3BB6392840D6}" dt="2025-07-26T07:49:08.796" v="32" actId="2696"/>
        <pc:sldMkLst>
          <pc:docMk/>
          <pc:sldMk cId="2375442237" sldId="327"/>
        </pc:sldMkLst>
      </pc:sldChg>
      <pc:sldChg chg="del">
        <pc:chgData name="健 翁" userId="bedff36119963aae" providerId="LiveId" clId="{49B7D159-3F16-714C-9F87-3BB6392840D6}" dt="2025-07-26T07:49:08.846" v="63" actId="2696"/>
        <pc:sldMkLst>
          <pc:docMk/>
          <pc:sldMk cId="2117885278" sldId="328"/>
        </pc:sldMkLst>
      </pc:sldChg>
      <pc:sldChg chg="del">
        <pc:chgData name="健 翁" userId="bedff36119963aae" providerId="LiveId" clId="{49B7D159-3F16-714C-9F87-3BB6392840D6}" dt="2025-07-26T07:49:08.795" v="31" actId="2696"/>
        <pc:sldMkLst>
          <pc:docMk/>
          <pc:sldMk cId="1464546415" sldId="329"/>
        </pc:sldMkLst>
      </pc:sldChg>
      <pc:sldChg chg="del">
        <pc:chgData name="健 翁" userId="bedff36119963aae" providerId="LiveId" clId="{49B7D159-3F16-714C-9F87-3BB6392840D6}" dt="2025-07-26T07:49:08.855" v="66" actId="2696"/>
        <pc:sldMkLst>
          <pc:docMk/>
          <pc:sldMk cId="879225925" sldId="330"/>
        </pc:sldMkLst>
      </pc:sldChg>
      <pc:sldChg chg="del">
        <pc:chgData name="健 翁" userId="bedff36119963aae" providerId="LiveId" clId="{49B7D159-3F16-714C-9F87-3BB6392840D6}" dt="2025-07-26T07:48:54.795" v="0" actId="2696"/>
        <pc:sldMkLst>
          <pc:docMk/>
          <pc:sldMk cId="2051713826" sldId="332"/>
        </pc:sldMkLst>
      </pc:sldChg>
      <pc:sldChg chg="del">
        <pc:chgData name="健 翁" userId="bedff36119963aae" providerId="LiveId" clId="{49B7D159-3F16-714C-9F87-3BB6392840D6}" dt="2025-07-26T07:48:54.820" v="2" actId="2696"/>
        <pc:sldMkLst>
          <pc:docMk/>
          <pc:sldMk cId="3630734931" sldId="333"/>
        </pc:sldMkLst>
      </pc:sldChg>
      <pc:sldChg chg="addSp delSp modSp add mod">
        <pc:chgData name="健 翁" userId="bedff36119963aae" providerId="LiveId" clId="{49B7D159-3F16-714C-9F87-3BB6392840D6}" dt="2025-07-27T07:39:32.458" v="464"/>
        <pc:sldMkLst>
          <pc:docMk/>
          <pc:sldMk cId="3934134690" sldId="333"/>
        </pc:sldMkLst>
      </pc:sldChg>
      <pc:sldChg chg="modSp add mod">
        <pc:chgData name="健 翁" userId="bedff36119963aae" providerId="LiveId" clId="{49B7D159-3F16-714C-9F87-3BB6392840D6}" dt="2025-07-28T07:06:31.618" v="5715" actId="20577"/>
        <pc:sldMkLst>
          <pc:docMk/>
          <pc:sldMk cId="730362872" sldId="334"/>
        </pc:sldMkLst>
      </pc:sldChg>
      <pc:sldChg chg="del">
        <pc:chgData name="健 翁" userId="bedff36119963aae" providerId="LiveId" clId="{49B7D159-3F16-714C-9F87-3BB6392840D6}" dt="2025-07-26T07:48:54.801" v="1" actId="2696"/>
        <pc:sldMkLst>
          <pc:docMk/>
          <pc:sldMk cId="1931790064" sldId="337"/>
        </pc:sldMkLst>
      </pc:sldChg>
      <pc:sldChg chg="del">
        <pc:chgData name="健 翁" userId="bedff36119963aae" providerId="LiveId" clId="{49B7D159-3F16-714C-9F87-3BB6392840D6}" dt="2025-07-26T07:48:54.874" v="6" actId="2696"/>
        <pc:sldMkLst>
          <pc:docMk/>
          <pc:sldMk cId="818084614" sldId="338"/>
        </pc:sldMkLst>
      </pc:sldChg>
      <pc:sldChg chg="del">
        <pc:chgData name="健 翁" userId="bedff36119963aae" providerId="LiveId" clId="{49B7D159-3F16-714C-9F87-3BB6392840D6}" dt="2025-07-26T07:48:54.827" v="4" actId="2696"/>
        <pc:sldMkLst>
          <pc:docMk/>
          <pc:sldMk cId="3462059791" sldId="339"/>
        </pc:sldMkLst>
      </pc:sldChg>
      <pc:sldChg chg="del">
        <pc:chgData name="健 翁" userId="bedff36119963aae" providerId="LiveId" clId="{49B7D159-3F16-714C-9F87-3BB6392840D6}" dt="2025-07-26T07:48:54.822" v="3" actId="2696"/>
        <pc:sldMkLst>
          <pc:docMk/>
          <pc:sldMk cId="2101618085" sldId="340"/>
        </pc:sldMkLst>
      </pc:sldChg>
      <pc:sldChg chg="del">
        <pc:chgData name="健 翁" userId="bedff36119963aae" providerId="LiveId" clId="{49B7D159-3F16-714C-9F87-3BB6392840D6}" dt="2025-07-26T07:48:54.888" v="7" actId="2696"/>
        <pc:sldMkLst>
          <pc:docMk/>
          <pc:sldMk cId="1193814050" sldId="341"/>
        </pc:sldMkLst>
      </pc:sldChg>
      <pc:sldChg chg="del">
        <pc:chgData name="健 翁" userId="bedff36119963aae" providerId="LiveId" clId="{49B7D159-3F16-714C-9F87-3BB6392840D6}" dt="2025-07-26T07:48:54.829" v="5" actId="2696"/>
        <pc:sldMkLst>
          <pc:docMk/>
          <pc:sldMk cId="4175987222" sldId="342"/>
        </pc:sldMkLst>
      </pc:sldChg>
      <pc:sldChg chg="del">
        <pc:chgData name="健 翁" userId="bedff36119963aae" providerId="LiveId" clId="{49B7D159-3F16-714C-9F87-3BB6392840D6}" dt="2025-07-26T07:48:54.894" v="8" actId="2696"/>
        <pc:sldMkLst>
          <pc:docMk/>
          <pc:sldMk cId="2776245796" sldId="343"/>
        </pc:sldMkLst>
      </pc:sldChg>
      <pc:sldChg chg="modSp add del mod">
        <pc:chgData name="健 翁" userId="bedff36119963aae" providerId="LiveId" clId="{49B7D159-3F16-714C-9F87-3BB6392840D6}" dt="2025-07-27T01:59:52.735" v="277" actId="14100"/>
        <pc:sldMkLst>
          <pc:docMk/>
          <pc:sldMk cId="2432179574" sldId="344"/>
        </pc:sldMkLst>
      </pc:sldChg>
      <pc:sldChg chg="del">
        <pc:chgData name="健 翁" userId="bedff36119963aae" providerId="LiveId" clId="{49B7D159-3F16-714C-9F87-3BB6392840D6}" dt="2025-07-26T07:49:08.800" v="36" actId="2696"/>
        <pc:sldMkLst>
          <pc:docMk/>
          <pc:sldMk cId="762389586" sldId="345"/>
        </pc:sldMkLst>
      </pc:sldChg>
      <pc:sldChg chg="addSp delSp modSp new mod ord">
        <pc:chgData name="健 翁" userId="bedff36119963aae" providerId="LiveId" clId="{49B7D159-3F16-714C-9F87-3BB6392840D6}" dt="2025-07-27T07:38:04.715" v="406" actId="20578"/>
        <pc:sldMkLst>
          <pc:docMk/>
          <pc:sldMk cId="4135506393" sldId="345"/>
        </pc:sldMkLst>
      </pc:sldChg>
      <pc:sldChg chg="modSp new mod">
        <pc:chgData name="健 翁" userId="bedff36119963aae" providerId="LiveId" clId="{49B7D159-3F16-714C-9F87-3BB6392840D6}" dt="2025-07-28T07:49:50.453" v="6160" actId="403"/>
        <pc:sldMkLst>
          <pc:docMk/>
          <pc:sldMk cId="382638165" sldId="346"/>
        </pc:sldMkLst>
      </pc:sldChg>
      <pc:sldChg chg="del">
        <pc:chgData name="健 翁" userId="bedff36119963aae" providerId="LiveId" clId="{49B7D159-3F16-714C-9F87-3BB6392840D6}" dt="2025-07-26T07:49:08.810" v="45" actId="2696"/>
        <pc:sldMkLst>
          <pc:docMk/>
          <pc:sldMk cId="1311195133" sldId="346"/>
        </pc:sldMkLst>
      </pc:sldChg>
      <pc:sldChg chg="del">
        <pc:chgData name="健 翁" userId="bedff36119963aae" providerId="LiveId" clId="{49B7D159-3F16-714C-9F87-3BB6392840D6}" dt="2025-07-26T07:49:08.819" v="54" actId="2696"/>
        <pc:sldMkLst>
          <pc:docMk/>
          <pc:sldMk cId="1619945682" sldId="347"/>
        </pc:sldMkLst>
      </pc:sldChg>
      <pc:sldChg chg="modSp new mod">
        <pc:chgData name="健 翁" userId="bedff36119963aae" providerId="LiveId" clId="{49B7D159-3F16-714C-9F87-3BB6392840D6}" dt="2025-07-31T03:45:14.550" v="8056" actId="1076"/>
        <pc:sldMkLst>
          <pc:docMk/>
          <pc:sldMk cId="4026236764" sldId="347"/>
        </pc:sldMkLst>
      </pc:sldChg>
      <pc:sldChg chg="addSp modSp new mod">
        <pc:chgData name="健 翁" userId="bedff36119963aae" providerId="LiveId" clId="{49B7D159-3F16-714C-9F87-3BB6392840D6}" dt="2025-07-28T02:06:44.444" v="2858" actId="403"/>
        <pc:sldMkLst>
          <pc:docMk/>
          <pc:sldMk cId="1574443793" sldId="348"/>
        </pc:sldMkLst>
      </pc:sldChg>
      <pc:sldChg chg="del">
        <pc:chgData name="健 翁" userId="bedff36119963aae" providerId="LiveId" clId="{49B7D159-3F16-714C-9F87-3BB6392840D6}" dt="2025-07-26T07:49:08.806" v="41" actId="2696"/>
        <pc:sldMkLst>
          <pc:docMk/>
          <pc:sldMk cId="2899359924" sldId="348"/>
        </pc:sldMkLst>
      </pc:sldChg>
      <pc:sldChg chg="modSp new del mod">
        <pc:chgData name="健 翁" userId="bedff36119963aae" providerId="LiveId" clId="{49B7D159-3F16-714C-9F87-3BB6392840D6}" dt="2025-07-27T12:29:01.287" v="1523" actId="2696"/>
        <pc:sldMkLst>
          <pc:docMk/>
          <pc:sldMk cId="1092144492" sldId="349"/>
        </pc:sldMkLst>
      </pc:sldChg>
      <pc:sldChg chg="del">
        <pc:chgData name="健 翁" userId="bedff36119963aae" providerId="LiveId" clId="{49B7D159-3F16-714C-9F87-3BB6392840D6}" dt="2025-07-26T07:49:08.815" v="50" actId="2696"/>
        <pc:sldMkLst>
          <pc:docMk/>
          <pc:sldMk cId="2930915411" sldId="349"/>
        </pc:sldMkLst>
      </pc:sldChg>
      <pc:sldChg chg="delSp modSp add mod">
        <pc:chgData name="健 翁" userId="bedff36119963aae" providerId="LiveId" clId="{49B7D159-3F16-714C-9F87-3BB6392840D6}" dt="2025-07-28T02:06:50.757" v="2860" actId="403"/>
        <pc:sldMkLst>
          <pc:docMk/>
          <pc:sldMk cId="4116638699" sldId="350"/>
        </pc:sldMkLst>
      </pc:sldChg>
      <pc:sldChg chg="new del">
        <pc:chgData name="健 翁" userId="bedff36119963aae" providerId="LiveId" clId="{49B7D159-3F16-714C-9F87-3BB6392840D6}" dt="2025-07-27T12:44:21.898" v="1624" actId="2696"/>
        <pc:sldMkLst>
          <pc:docMk/>
          <pc:sldMk cId="2267283225" sldId="351"/>
        </pc:sldMkLst>
      </pc:sldChg>
      <pc:sldChg chg="modSp new mod modAnim">
        <pc:chgData name="健 翁" userId="bedff36119963aae" providerId="LiveId" clId="{49B7D159-3F16-714C-9F87-3BB6392840D6}" dt="2025-07-28T07:52:09.104" v="6179" actId="20577"/>
        <pc:sldMkLst>
          <pc:docMk/>
          <pc:sldMk cId="3845214952" sldId="351"/>
        </pc:sldMkLst>
      </pc:sldChg>
      <pc:sldChg chg="modSp new mod">
        <pc:chgData name="健 翁" userId="bedff36119963aae" providerId="LiveId" clId="{49B7D159-3F16-714C-9F87-3BB6392840D6}" dt="2025-07-28T07:52:31.800" v="6180" actId="14100"/>
        <pc:sldMkLst>
          <pc:docMk/>
          <pc:sldMk cId="628470664" sldId="352"/>
        </pc:sldMkLst>
      </pc:sldChg>
      <pc:sldChg chg="modSp new mod ord modAnim">
        <pc:chgData name="健 翁" userId="bedff36119963aae" providerId="LiveId" clId="{49B7D159-3F16-714C-9F87-3BB6392840D6}" dt="2025-07-28T02:15:22.133" v="2863" actId="20577"/>
        <pc:sldMkLst>
          <pc:docMk/>
          <pc:sldMk cId="541650722" sldId="353"/>
        </pc:sldMkLst>
      </pc:sldChg>
      <pc:sldChg chg="addSp modSp new mod">
        <pc:chgData name="健 翁" userId="bedff36119963aae" providerId="LiveId" clId="{49B7D159-3F16-714C-9F87-3BB6392840D6}" dt="2025-07-28T02:24:52.244" v="3075" actId="20577"/>
        <pc:sldMkLst>
          <pc:docMk/>
          <pc:sldMk cId="1765972387" sldId="354"/>
        </pc:sldMkLst>
      </pc:sldChg>
      <pc:sldChg chg="modSp new del mod">
        <pc:chgData name="健 翁" userId="bedff36119963aae" providerId="LiveId" clId="{49B7D159-3F16-714C-9F87-3BB6392840D6}" dt="2025-07-27T13:16:04.502" v="2745" actId="2696"/>
        <pc:sldMkLst>
          <pc:docMk/>
          <pc:sldMk cId="3179849435" sldId="354"/>
        </pc:sldMkLst>
      </pc:sldChg>
      <pc:sldChg chg="modSp new mod">
        <pc:chgData name="健 翁" userId="bedff36119963aae" providerId="LiveId" clId="{49B7D159-3F16-714C-9F87-3BB6392840D6}" dt="2025-07-28T03:24:31.058" v="3491" actId="20577"/>
        <pc:sldMkLst>
          <pc:docMk/>
          <pc:sldMk cId="224114911" sldId="355"/>
        </pc:sldMkLst>
      </pc:sldChg>
      <pc:sldChg chg="modSp new mod">
        <pc:chgData name="健 翁" userId="bedff36119963aae" providerId="LiveId" clId="{49B7D159-3F16-714C-9F87-3BB6392840D6}" dt="2025-07-28T03:18:57.824" v="3272" actId="207"/>
        <pc:sldMkLst>
          <pc:docMk/>
          <pc:sldMk cId="3473723718" sldId="356"/>
        </pc:sldMkLst>
      </pc:sldChg>
      <pc:sldChg chg="modSp add mod">
        <pc:chgData name="健 翁" userId="bedff36119963aae" providerId="LiveId" clId="{49B7D159-3F16-714C-9F87-3BB6392840D6}" dt="2025-07-28T03:19:10.660" v="3275" actId="207"/>
        <pc:sldMkLst>
          <pc:docMk/>
          <pc:sldMk cId="3243107810" sldId="357"/>
        </pc:sldMkLst>
      </pc:sldChg>
      <pc:sldChg chg="addSp delSp modSp new mod">
        <pc:chgData name="健 翁" userId="bedff36119963aae" providerId="LiveId" clId="{49B7D159-3F16-714C-9F87-3BB6392840D6}" dt="2025-07-28T03:27:10.790" v="3556" actId="1076"/>
        <pc:sldMkLst>
          <pc:docMk/>
          <pc:sldMk cId="3817864126" sldId="358"/>
        </pc:sldMkLst>
      </pc:sldChg>
      <pc:sldChg chg="addSp delSp modSp new mod">
        <pc:chgData name="健 翁" userId="bedff36119963aae" providerId="LiveId" clId="{49B7D159-3F16-714C-9F87-3BB6392840D6}" dt="2025-07-28T07:53:24.044" v="6181" actId="14100"/>
        <pc:sldMkLst>
          <pc:docMk/>
          <pc:sldMk cId="1162387424" sldId="359"/>
        </pc:sldMkLst>
      </pc:sldChg>
      <pc:sldChg chg="addSp delSp modSp new mod">
        <pc:chgData name="健 翁" userId="bedff36119963aae" providerId="LiveId" clId="{49B7D159-3F16-714C-9F87-3BB6392840D6}" dt="2025-07-28T03:55:25.951" v="3929" actId="1076"/>
        <pc:sldMkLst>
          <pc:docMk/>
          <pc:sldMk cId="1935973843" sldId="360"/>
        </pc:sldMkLst>
      </pc:sldChg>
      <pc:sldChg chg="modSp add mod">
        <pc:chgData name="健 翁" userId="bedff36119963aae" providerId="LiveId" clId="{49B7D159-3F16-714C-9F87-3BB6392840D6}" dt="2025-07-28T05:52:01.998" v="4550" actId="20577"/>
        <pc:sldMkLst>
          <pc:docMk/>
          <pc:sldMk cId="4071091601" sldId="361"/>
        </pc:sldMkLst>
      </pc:sldChg>
      <pc:sldChg chg="modSp add mod">
        <pc:chgData name="健 翁" userId="bedff36119963aae" providerId="LiveId" clId="{49B7D159-3F16-714C-9F87-3BB6392840D6}" dt="2025-07-28T03:56:37.022" v="4053" actId="14100"/>
        <pc:sldMkLst>
          <pc:docMk/>
          <pc:sldMk cId="440331463" sldId="362"/>
        </pc:sldMkLst>
      </pc:sldChg>
      <pc:sldChg chg="addSp modSp add mod modAnim">
        <pc:chgData name="健 翁" userId="bedff36119963aae" providerId="LiveId" clId="{49B7D159-3F16-714C-9F87-3BB6392840D6}" dt="2025-07-28T03:59:03.450" v="4284"/>
        <pc:sldMkLst>
          <pc:docMk/>
          <pc:sldMk cId="1917138996" sldId="363"/>
        </pc:sldMkLst>
      </pc:sldChg>
      <pc:sldChg chg="addSp delSp modSp add mod ord modAnim">
        <pc:chgData name="健 翁" userId="bedff36119963aae" providerId="LiveId" clId="{49B7D159-3F16-714C-9F87-3BB6392840D6}" dt="2025-07-28T04:02:26.535" v="4296" actId="1076"/>
        <pc:sldMkLst>
          <pc:docMk/>
          <pc:sldMk cId="2437101834" sldId="364"/>
        </pc:sldMkLst>
      </pc:sldChg>
      <pc:sldChg chg="addSp delSp modSp add mod delAnim">
        <pc:chgData name="健 翁" userId="bedff36119963aae" providerId="LiveId" clId="{49B7D159-3F16-714C-9F87-3BB6392840D6}" dt="2025-07-28T06:35:50.619" v="5223" actId="14100"/>
        <pc:sldMkLst>
          <pc:docMk/>
          <pc:sldMk cId="1888050489" sldId="365"/>
        </pc:sldMkLst>
      </pc:sldChg>
      <pc:sldChg chg="addSp delSp modSp new mod">
        <pc:chgData name="健 翁" userId="bedff36119963aae" providerId="LiveId" clId="{49B7D159-3F16-714C-9F87-3BB6392840D6}" dt="2025-07-28T06:19:58.973" v="5217" actId="113"/>
        <pc:sldMkLst>
          <pc:docMk/>
          <pc:sldMk cId="1544525349" sldId="366"/>
        </pc:sldMkLst>
      </pc:sldChg>
      <pc:sldChg chg="addSp delSp modSp add mod">
        <pc:chgData name="健 翁" userId="bedff36119963aae" providerId="LiveId" clId="{49B7D159-3F16-714C-9F87-3BB6392840D6}" dt="2025-07-28T06:38:50.623" v="5278" actId="20577"/>
        <pc:sldMkLst>
          <pc:docMk/>
          <pc:sldMk cId="4014668392" sldId="367"/>
        </pc:sldMkLst>
      </pc:sldChg>
      <pc:sldChg chg="addSp delSp modSp add mod">
        <pc:chgData name="健 翁" userId="bedff36119963aae" providerId="LiveId" clId="{49B7D159-3F16-714C-9F87-3BB6392840D6}" dt="2025-07-28T06:40:45.388" v="5411" actId="403"/>
        <pc:sldMkLst>
          <pc:docMk/>
          <pc:sldMk cId="1029618195" sldId="368"/>
        </pc:sldMkLst>
      </pc:sldChg>
      <pc:sldChg chg="addSp delSp modSp add mod">
        <pc:chgData name="健 翁" userId="bedff36119963aae" providerId="LiveId" clId="{49B7D159-3F16-714C-9F87-3BB6392840D6}" dt="2025-07-28T06:44:06.857" v="5439" actId="1076"/>
        <pc:sldMkLst>
          <pc:docMk/>
          <pc:sldMk cId="2853268321" sldId="369"/>
        </pc:sldMkLst>
      </pc:sldChg>
      <pc:sldChg chg="addSp modSp add mod">
        <pc:chgData name="健 翁" userId="bedff36119963aae" providerId="LiveId" clId="{49B7D159-3F16-714C-9F87-3BB6392840D6}" dt="2025-07-28T08:53:58.654" v="7349" actId="1076"/>
        <pc:sldMkLst>
          <pc:docMk/>
          <pc:sldMk cId="3841967787" sldId="370"/>
        </pc:sldMkLst>
      </pc:sldChg>
      <pc:sldChg chg="addSp modSp new mod modAnim">
        <pc:chgData name="健 翁" userId="bedff36119963aae" providerId="LiveId" clId="{49B7D159-3F16-714C-9F87-3BB6392840D6}" dt="2025-07-28T06:48:46.597" v="5702" actId="14100"/>
        <pc:sldMkLst>
          <pc:docMk/>
          <pc:sldMk cId="2773053311" sldId="371"/>
        </pc:sldMkLst>
      </pc:sldChg>
      <pc:sldChg chg="addSp delSp modSp new mod">
        <pc:chgData name="健 翁" userId="bedff36119963aae" providerId="LiveId" clId="{49B7D159-3F16-714C-9F87-3BB6392840D6}" dt="2025-07-28T08:24:59.346" v="6893" actId="1076"/>
        <pc:sldMkLst>
          <pc:docMk/>
          <pc:sldMk cId="3816149797" sldId="372"/>
        </pc:sldMkLst>
      </pc:sldChg>
      <pc:sldChg chg="modSp new mod">
        <pc:chgData name="健 翁" userId="bedff36119963aae" providerId="LiveId" clId="{49B7D159-3F16-714C-9F87-3BB6392840D6}" dt="2025-07-28T08:06:34.138" v="6187" actId="14100"/>
        <pc:sldMkLst>
          <pc:docMk/>
          <pc:sldMk cId="3009417866" sldId="373"/>
        </pc:sldMkLst>
      </pc:sldChg>
      <pc:sldChg chg="addSp delSp modSp add mod">
        <pc:chgData name="健 翁" userId="bedff36119963aae" providerId="LiveId" clId="{49B7D159-3F16-714C-9F87-3BB6392840D6}" dt="2025-07-28T08:10:19.265" v="6362" actId="20577"/>
        <pc:sldMkLst>
          <pc:docMk/>
          <pc:sldMk cId="3061769944" sldId="374"/>
        </pc:sldMkLst>
      </pc:sldChg>
      <pc:sldChg chg="addSp delSp modSp add mod">
        <pc:chgData name="健 翁" userId="bedff36119963aae" providerId="LiveId" clId="{49B7D159-3F16-714C-9F87-3BB6392840D6}" dt="2025-07-28T08:10:26.095" v="6363"/>
        <pc:sldMkLst>
          <pc:docMk/>
          <pc:sldMk cId="3663999307" sldId="375"/>
        </pc:sldMkLst>
      </pc:sldChg>
      <pc:sldChg chg="new del">
        <pc:chgData name="健 翁" userId="bedff36119963aae" providerId="LiveId" clId="{49B7D159-3F16-714C-9F87-3BB6392840D6}" dt="2025-07-28T08:10:52.484" v="6366" actId="2696"/>
        <pc:sldMkLst>
          <pc:docMk/>
          <pc:sldMk cId="4288321737" sldId="376"/>
        </pc:sldMkLst>
      </pc:sldChg>
      <pc:sldChg chg="addSp delSp modSp add mod">
        <pc:chgData name="健 翁" userId="bedff36119963aae" providerId="LiveId" clId="{49B7D159-3F16-714C-9F87-3BB6392840D6}" dt="2025-07-28T08:12:31.119" v="6453" actId="21"/>
        <pc:sldMkLst>
          <pc:docMk/>
          <pc:sldMk cId="4165153009" sldId="377"/>
        </pc:sldMkLst>
      </pc:sldChg>
      <pc:sldChg chg="modSp add mod">
        <pc:chgData name="健 翁" userId="bedff36119963aae" providerId="LiveId" clId="{49B7D159-3F16-714C-9F87-3BB6392840D6}" dt="2025-07-28T08:16:29.974" v="6462" actId="1076"/>
        <pc:sldMkLst>
          <pc:docMk/>
          <pc:sldMk cId="678282506" sldId="378"/>
        </pc:sldMkLst>
      </pc:sldChg>
      <pc:sldChg chg="addSp delSp modSp new mod">
        <pc:chgData name="健 翁" userId="bedff36119963aae" providerId="LiveId" clId="{49B7D159-3F16-714C-9F87-3BB6392840D6}" dt="2025-07-28T08:20:45.721" v="6618" actId="1036"/>
        <pc:sldMkLst>
          <pc:docMk/>
          <pc:sldMk cId="1348424315" sldId="379"/>
        </pc:sldMkLst>
      </pc:sldChg>
      <pc:sldChg chg="addSp delSp modSp add mod setBg">
        <pc:chgData name="健 翁" userId="bedff36119963aae" providerId="LiveId" clId="{49B7D159-3F16-714C-9F87-3BB6392840D6}" dt="2025-07-28T09:01:24.381" v="7392" actId="1035"/>
        <pc:sldMkLst>
          <pc:docMk/>
          <pc:sldMk cId="2765435702" sldId="380"/>
        </pc:sldMkLst>
      </pc:sldChg>
      <pc:sldChg chg="modSp add mod modNotesTx">
        <pc:chgData name="健 翁" userId="bedff36119963aae" providerId="LiveId" clId="{49B7D159-3F16-714C-9F87-3BB6392840D6}" dt="2025-07-31T07:16:25.884" v="8057" actId="20577"/>
        <pc:sldMkLst>
          <pc:docMk/>
          <pc:sldMk cId="3959014693" sldId="381"/>
        </pc:sldMkLst>
      </pc:sldChg>
      <pc:sldChg chg="addSp delSp modSp add mod">
        <pc:chgData name="健 翁" userId="bedff36119963aae" providerId="LiveId" clId="{49B7D159-3F16-714C-9F87-3BB6392840D6}" dt="2025-07-28T08:44:22.293" v="7062" actId="20577"/>
        <pc:sldMkLst>
          <pc:docMk/>
          <pc:sldMk cId="2345420532" sldId="382"/>
        </pc:sldMkLst>
      </pc:sldChg>
      <pc:sldChg chg="addSp modSp new mod">
        <pc:chgData name="健 翁" userId="bedff36119963aae" providerId="LiveId" clId="{49B7D159-3F16-714C-9F87-3BB6392840D6}" dt="2025-07-28T08:50:22.561" v="7315" actId="1076"/>
        <pc:sldMkLst>
          <pc:docMk/>
          <pc:sldMk cId="3072581981" sldId="383"/>
        </pc:sldMkLst>
      </pc:sldChg>
      <pc:sldChg chg="addSp delSp modSp add mod">
        <pc:chgData name="健 翁" userId="bedff36119963aae" providerId="LiveId" clId="{49B7D159-3F16-714C-9F87-3BB6392840D6}" dt="2025-07-28T08:52:32.918" v="7343" actId="1076"/>
        <pc:sldMkLst>
          <pc:docMk/>
          <pc:sldMk cId="1713786874" sldId="384"/>
        </pc:sldMkLst>
      </pc:sldChg>
      <pc:sldChg chg="addSp modSp new mod">
        <pc:chgData name="健 翁" userId="bedff36119963aae" providerId="LiveId" clId="{49B7D159-3F16-714C-9F87-3BB6392840D6}" dt="2025-07-28T09:06:01.612" v="7580" actId="20577"/>
        <pc:sldMkLst>
          <pc:docMk/>
          <pc:sldMk cId="2486090351" sldId="385"/>
        </pc:sldMkLst>
      </pc:sldChg>
      <pc:sldChg chg="addSp delSp modSp add mod">
        <pc:chgData name="健 翁" userId="bedff36119963aae" providerId="LiveId" clId="{49B7D159-3F16-714C-9F87-3BB6392840D6}" dt="2025-07-28T09:03:16.658" v="7428" actId="1076"/>
        <pc:sldMkLst>
          <pc:docMk/>
          <pc:sldMk cId="2798552296" sldId="386"/>
        </pc:sldMkLst>
      </pc:sldChg>
      <pc:sldChg chg="addSp modSp add mod">
        <pc:chgData name="健 翁" userId="bedff36119963aae" providerId="LiveId" clId="{49B7D159-3F16-714C-9F87-3BB6392840D6}" dt="2025-07-28T09:08:01.546" v="7773" actId="20577"/>
        <pc:sldMkLst>
          <pc:docMk/>
          <pc:sldMk cId="2461660326" sldId="387"/>
        </pc:sldMkLst>
      </pc:sldChg>
      <pc:sldChg chg="modSp new mod">
        <pc:chgData name="健 翁" userId="bedff36119963aae" providerId="LiveId" clId="{49B7D159-3F16-714C-9F87-3BB6392840D6}" dt="2025-07-28T15:26:25.379" v="8051" actId="20577"/>
        <pc:sldMkLst>
          <pc:docMk/>
          <pc:sldMk cId="398375241" sldId="388"/>
        </pc:sldMkLst>
      </pc:sldChg>
    </pc:docChg>
  </pc:docChgLst>
  <pc:docChgLst>
    <pc:chgData name="健 翁" userId="bedff36119963aae" providerId="LiveId" clId="{27ED6732-6F8F-5AFA-AF64-6D088C0F8B0A}"/>
    <pc:docChg chg="undo custSel modSld">
      <pc:chgData name="健 翁" userId="bedff36119963aae" providerId="LiveId" clId="{27ED6732-6F8F-5AFA-AF64-6D088C0F8B0A}" dt="2025-09-09T08:03:25.486" v="45"/>
      <pc:docMkLst>
        <pc:docMk/>
      </pc:docMkLst>
      <pc:sldChg chg="modSp mod">
        <pc:chgData name="健 翁" userId="bedff36119963aae" providerId="LiveId" clId="{27ED6732-6F8F-5AFA-AF64-6D088C0F8B0A}" dt="2025-09-09T07:41:01.753" v="16" actId="20577"/>
        <pc:sldMkLst>
          <pc:docMk/>
          <pc:sldMk cId="4071091601" sldId="361"/>
        </pc:sldMkLst>
        <pc:spChg chg="mod">
          <ac:chgData name="健 翁" userId="bedff36119963aae" providerId="LiveId" clId="{27ED6732-6F8F-5AFA-AF64-6D088C0F8B0A}" dt="2025-09-09T07:41:01.753" v="16" actId="20577"/>
          <ac:spMkLst>
            <pc:docMk/>
            <pc:sldMk cId="4071091601" sldId="361"/>
            <ac:spMk id="2" creationId="{C09ECDB7-2686-2795-3346-3D3E4B03ECD6}"/>
          </ac:spMkLst>
        </pc:spChg>
      </pc:sldChg>
      <pc:sldChg chg="modSp mod">
        <pc:chgData name="健 翁" userId="bedff36119963aae" providerId="LiveId" clId="{27ED6732-6F8F-5AFA-AF64-6D088C0F8B0A}" dt="2025-09-09T07:36:38.297" v="2" actId="1076"/>
        <pc:sldMkLst>
          <pc:docMk/>
          <pc:sldMk cId="2437101834" sldId="364"/>
        </pc:sldMkLst>
        <pc:picChg chg="mod">
          <ac:chgData name="健 翁" userId="bedff36119963aae" providerId="LiveId" clId="{27ED6732-6F8F-5AFA-AF64-6D088C0F8B0A}" dt="2025-09-09T07:36:38.297" v="2" actId="1076"/>
          <ac:picMkLst>
            <pc:docMk/>
            <pc:sldMk cId="2437101834" sldId="364"/>
            <ac:picMk id="6" creationId="{D93BDA06-C110-56F2-760B-89F1E84C232A}"/>
          </ac:picMkLst>
        </pc:picChg>
      </pc:sldChg>
      <pc:sldChg chg="modSp mod">
        <pc:chgData name="健 翁" userId="bedff36119963aae" providerId="LiveId" clId="{27ED6732-6F8F-5AFA-AF64-6D088C0F8B0A}" dt="2025-09-09T07:43:33.426" v="17" actId="14100"/>
        <pc:sldMkLst>
          <pc:docMk/>
          <pc:sldMk cId="1544525349" sldId="366"/>
        </pc:sldMkLst>
        <pc:spChg chg="mod">
          <ac:chgData name="健 翁" userId="bedff36119963aae" providerId="LiveId" clId="{27ED6732-6F8F-5AFA-AF64-6D088C0F8B0A}" dt="2025-09-09T07:43:33.426" v="17" actId="14100"/>
          <ac:spMkLst>
            <pc:docMk/>
            <pc:sldMk cId="1544525349" sldId="366"/>
            <ac:spMk id="2" creationId="{C3718A9C-B80F-68A1-FE96-FD88D61099F6}"/>
          </ac:spMkLst>
        </pc:spChg>
      </pc:sldChg>
      <pc:sldChg chg="modSp mod">
        <pc:chgData name="健 翁" userId="bedff36119963aae" providerId="LiveId" clId="{27ED6732-6F8F-5AFA-AF64-6D088C0F8B0A}" dt="2025-09-09T07:53:01.888" v="20" actId="1076"/>
        <pc:sldMkLst>
          <pc:docMk/>
          <pc:sldMk cId="4165153009" sldId="377"/>
        </pc:sldMkLst>
        <pc:picChg chg="mod">
          <ac:chgData name="健 翁" userId="bedff36119963aae" providerId="LiveId" clId="{27ED6732-6F8F-5AFA-AF64-6D088C0F8B0A}" dt="2025-09-09T07:53:01.888" v="20" actId="1076"/>
          <ac:picMkLst>
            <pc:docMk/>
            <pc:sldMk cId="4165153009" sldId="377"/>
            <ac:picMk id="6" creationId="{54ECBED6-01B7-FAF7-28B5-FF4B1B23238A}"/>
          </ac:picMkLst>
        </pc:picChg>
      </pc:sldChg>
      <pc:sldChg chg="modSp mod">
        <pc:chgData name="健 翁" userId="bedff36119963aae" providerId="LiveId" clId="{27ED6732-6F8F-5AFA-AF64-6D088C0F8B0A}" dt="2025-09-09T07:56:47.792" v="25" actId="1035"/>
        <pc:sldMkLst>
          <pc:docMk/>
          <pc:sldMk cId="678282506" sldId="378"/>
        </pc:sldMkLst>
        <pc:picChg chg="mod">
          <ac:chgData name="健 翁" userId="bedff36119963aae" providerId="LiveId" clId="{27ED6732-6F8F-5AFA-AF64-6D088C0F8B0A}" dt="2025-09-09T07:56:47.792" v="25" actId="1035"/>
          <ac:picMkLst>
            <pc:docMk/>
            <pc:sldMk cId="678282506" sldId="378"/>
            <ac:picMk id="6" creationId="{53A9ACC8-C056-ACBA-DFCF-F4390BCBEEF2}"/>
          </ac:picMkLst>
        </pc:picChg>
      </pc:sldChg>
      <pc:sldChg chg="modSp mod">
        <pc:chgData name="健 翁" userId="bedff36119963aae" providerId="LiveId" clId="{27ED6732-6F8F-5AFA-AF64-6D088C0F8B0A}" dt="2025-09-09T07:58:30.934" v="40" actId="20577"/>
        <pc:sldMkLst>
          <pc:docMk/>
          <pc:sldMk cId="2765435702" sldId="380"/>
        </pc:sldMkLst>
        <pc:spChg chg="mod">
          <ac:chgData name="健 翁" userId="bedff36119963aae" providerId="LiveId" clId="{27ED6732-6F8F-5AFA-AF64-6D088C0F8B0A}" dt="2025-09-09T07:58:30.934" v="40" actId="20577"/>
          <ac:spMkLst>
            <pc:docMk/>
            <pc:sldMk cId="2765435702" sldId="380"/>
            <ac:spMk id="2" creationId="{91A8A807-F4FC-CC5B-389F-5608746DC20A}"/>
          </ac:spMkLst>
        </pc:spChg>
      </pc:sldChg>
      <pc:sldChg chg="addSp delSp modSp mod">
        <pc:chgData name="健 翁" userId="bedff36119963aae" providerId="LiveId" clId="{27ED6732-6F8F-5AFA-AF64-6D088C0F8B0A}" dt="2025-09-09T08:03:25.486" v="45"/>
        <pc:sldMkLst>
          <pc:docMk/>
          <pc:sldMk cId="3072581981" sldId="383"/>
        </pc:sldMkLst>
        <pc:spChg chg="mod">
          <ac:chgData name="健 翁" userId="bedff36119963aae" providerId="LiveId" clId="{27ED6732-6F8F-5AFA-AF64-6D088C0F8B0A}" dt="2025-09-09T08:02:48.697" v="42" actId="1076"/>
          <ac:spMkLst>
            <pc:docMk/>
            <pc:sldMk cId="3072581981" sldId="383"/>
            <ac:spMk id="4" creationId="{5BC567BF-03DD-4075-CCF5-C23FF574149F}"/>
          </ac:spMkLst>
        </pc:spChg>
        <pc:spChg chg="add del mod">
          <ac:chgData name="健 翁" userId="bedff36119963aae" providerId="LiveId" clId="{27ED6732-6F8F-5AFA-AF64-6D088C0F8B0A}" dt="2025-09-09T08:03:25.486" v="45"/>
          <ac:spMkLst>
            <pc:docMk/>
            <pc:sldMk cId="3072581981" sldId="383"/>
            <ac:spMk id="7" creationId="{C8872513-0A7B-A5F6-69DF-7E1D214A41A9}"/>
          </ac:spMkLst>
        </pc:spChg>
      </pc:sldChg>
      <pc:sldChg chg="modSp mod">
        <pc:chgData name="健 翁" userId="bedff36119963aae" providerId="LiveId" clId="{27ED6732-6F8F-5AFA-AF64-6D088C0F8B0A}" dt="2025-09-09T07:49:39.733" v="19" actId="1076"/>
        <pc:sldMkLst>
          <pc:docMk/>
          <pc:sldMk cId="2798552296" sldId="386"/>
        </pc:sldMkLst>
        <pc:picChg chg="mod">
          <ac:chgData name="健 翁" userId="bedff36119963aae" providerId="LiveId" clId="{27ED6732-6F8F-5AFA-AF64-6D088C0F8B0A}" dt="2025-09-09T07:49:39.733" v="19" actId="1076"/>
          <ac:picMkLst>
            <pc:docMk/>
            <pc:sldMk cId="2798552296" sldId="386"/>
            <ac:picMk id="5" creationId="{2E0EB808-8985-664A-C472-094024360A06}"/>
          </ac:picMkLst>
        </pc:picChg>
      </pc:sldChg>
    </pc:docChg>
  </pc:docChgLst>
  <pc:docChgLst>
    <pc:chgData name="健 翁" userId="bedff36119963aae" providerId="LiveId" clId="{8FB760DC-1C1C-B64A-9E8D-F0600897EC33}"/>
    <pc:docChg chg="undo custSel addSld delSld modSld sldOrd">
      <pc:chgData name="健 翁" userId="bedff36119963aae" providerId="LiveId" clId="{8FB760DC-1C1C-B64A-9E8D-F0600897EC33}" dt="2025-07-13T08:56:27.059" v="7693" actId="1076"/>
      <pc:docMkLst>
        <pc:docMk/>
      </pc:docMkLst>
      <pc:sldChg chg="modSp mod">
        <pc:chgData name="健 翁" userId="bedff36119963aae" providerId="LiveId" clId="{8FB760DC-1C1C-B64A-9E8D-F0600897EC33}" dt="2025-07-07T12:38:44.428" v="271" actId="1076"/>
        <pc:sldMkLst>
          <pc:docMk/>
          <pc:sldMk cId="3798084209" sldId="258"/>
        </pc:sldMkLst>
      </pc:sldChg>
      <pc:sldChg chg="mod modShow">
        <pc:chgData name="健 翁" userId="bedff36119963aae" providerId="LiveId" clId="{8FB760DC-1C1C-B64A-9E8D-F0600897EC33}" dt="2025-07-07T12:57:09.621" v="696" actId="729"/>
        <pc:sldMkLst>
          <pc:docMk/>
          <pc:sldMk cId="4083481019" sldId="261"/>
        </pc:sldMkLst>
      </pc:sldChg>
      <pc:sldChg chg="mod modShow">
        <pc:chgData name="健 翁" userId="bedff36119963aae" providerId="LiveId" clId="{8FB760DC-1C1C-B64A-9E8D-F0600897EC33}" dt="2025-07-08T08:00:47.406" v="1505" actId="729"/>
        <pc:sldMkLst>
          <pc:docMk/>
          <pc:sldMk cId="60755424" sldId="262"/>
        </pc:sldMkLst>
      </pc:sldChg>
      <pc:sldChg chg="modSp mod">
        <pc:chgData name="健 翁" userId="bedff36119963aae" providerId="LiveId" clId="{8FB760DC-1C1C-B64A-9E8D-F0600897EC33}" dt="2025-07-08T12:16:23.702" v="2626" actId="1076"/>
        <pc:sldMkLst>
          <pc:docMk/>
          <pc:sldMk cId="1956129040" sldId="263"/>
        </pc:sldMkLst>
      </pc:sldChg>
      <pc:sldChg chg="addSp delSp modSp mod ord">
        <pc:chgData name="健 翁" userId="bedff36119963aae" providerId="LiveId" clId="{8FB760DC-1C1C-B64A-9E8D-F0600897EC33}" dt="2025-07-08T12:09:15.798" v="2261" actId="14100"/>
        <pc:sldMkLst>
          <pc:docMk/>
          <pc:sldMk cId="4081025269" sldId="264"/>
        </pc:sldMkLst>
      </pc:sldChg>
      <pc:sldChg chg="modSp ord">
        <pc:chgData name="健 翁" userId="bedff36119963aae" providerId="LiveId" clId="{8FB760DC-1C1C-B64A-9E8D-F0600897EC33}" dt="2025-07-07T12:57:01.235" v="695" actId="20578"/>
        <pc:sldMkLst>
          <pc:docMk/>
          <pc:sldMk cId="1344995356" sldId="265"/>
        </pc:sldMkLst>
      </pc:sldChg>
      <pc:sldChg chg="modSp mod ord">
        <pc:chgData name="健 翁" userId="bedff36119963aae" providerId="LiveId" clId="{8FB760DC-1C1C-B64A-9E8D-F0600897EC33}" dt="2025-07-11T11:33:08.368" v="3848" actId="20577"/>
        <pc:sldMkLst>
          <pc:docMk/>
          <pc:sldMk cId="1507530962" sldId="266"/>
        </pc:sldMkLst>
      </pc:sldChg>
      <pc:sldChg chg="addSp modSp mod">
        <pc:chgData name="健 翁" userId="bedff36119963aae" providerId="LiveId" clId="{8FB760DC-1C1C-B64A-9E8D-F0600897EC33}" dt="2025-07-13T08:53:37.301" v="7630" actId="2711"/>
        <pc:sldMkLst>
          <pc:docMk/>
          <pc:sldMk cId="139845753" sldId="267"/>
        </pc:sldMkLst>
      </pc:sldChg>
      <pc:sldChg chg="modSp mod">
        <pc:chgData name="健 翁" userId="bedff36119963aae" providerId="LiveId" clId="{8FB760DC-1C1C-B64A-9E8D-F0600897EC33}" dt="2025-07-07T13:22:41.866" v="929" actId="1076"/>
        <pc:sldMkLst>
          <pc:docMk/>
          <pc:sldMk cId="3369683783" sldId="268"/>
        </pc:sldMkLst>
      </pc:sldChg>
      <pc:sldChg chg="add">
        <pc:chgData name="健 翁" userId="bedff36119963aae" providerId="LiveId" clId="{8FB760DC-1C1C-B64A-9E8D-F0600897EC33}" dt="2025-07-07T12:18:27.770" v="0"/>
        <pc:sldMkLst>
          <pc:docMk/>
          <pc:sldMk cId="4205448888" sldId="269"/>
        </pc:sldMkLst>
      </pc:sldChg>
      <pc:sldChg chg="addSp modSp new mod">
        <pc:chgData name="健 翁" userId="bedff36119963aae" providerId="LiveId" clId="{8FB760DC-1C1C-B64A-9E8D-F0600897EC33}" dt="2025-07-07T13:12:11.496" v="849" actId="1076"/>
        <pc:sldMkLst>
          <pc:docMk/>
          <pc:sldMk cId="512119681" sldId="270"/>
        </pc:sldMkLst>
      </pc:sldChg>
      <pc:sldChg chg="addSp modSp new mod">
        <pc:chgData name="健 翁" userId="bedff36119963aae" providerId="LiveId" clId="{8FB760DC-1C1C-B64A-9E8D-F0600897EC33}" dt="2025-07-08T12:06:19.746" v="2136" actId="1076"/>
        <pc:sldMkLst>
          <pc:docMk/>
          <pc:sldMk cId="1110591054" sldId="271"/>
        </pc:sldMkLst>
      </pc:sldChg>
      <pc:sldChg chg="addSp delSp modSp new mod ord">
        <pc:chgData name="健 翁" userId="bedff36119963aae" providerId="LiveId" clId="{8FB760DC-1C1C-B64A-9E8D-F0600897EC33}" dt="2025-07-08T08:12:54.117" v="1753" actId="14100"/>
        <pc:sldMkLst>
          <pc:docMk/>
          <pc:sldMk cId="4066030788" sldId="272"/>
        </pc:sldMkLst>
      </pc:sldChg>
      <pc:sldChg chg="modSp new mod">
        <pc:chgData name="健 翁" userId="bedff36119963aae" providerId="LiveId" clId="{8FB760DC-1C1C-B64A-9E8D-F0600897EC33}" dt="2025-07-08T08:12:24.403" v="1732" actId="1076"/>
        <pc:sldMkLst>
          <pc:docMk/>
          <pc:sldMk cId="899958746" sldId="273"/>
        </pc:sldMkLst>
      </pc:sldChg>
      <pc:sldChg chg="addSp modSp new mod ord">
        <pc:chgData name="健 翁" userId="bedff36119963aae" providerId="LiveId" clId="{8FB760DC-1C1C-B64A-9E8D-F0600897EC33}" dt="2025-07-08T12:05:13.943" v="2134" actId="1076"/>
        <pc:sldMkLst>
          <pc:docMk/>
          <pc:sldMk cId="3477322000" sldId="274"/>
        </pc:sldMkLst>
      </pc:sldChg>
      <pc:sldChg chg="addSp modSp new mod">
        <pc:chgData name="健 翁" userId="bedff36119963aae" providerId="LiveId" clId="{8FB760DC-1C1C-B64A-9E8D-F0600897EC33}" dt="2025-07-08T12:14:53.042" v="2590" actId="1076"/>
        <pc:sldMkLst>
          <pc:docMk/>
          <pc:sldMk cId="2362043420" sldId="275"/>
        </pc:sldMkLst>
      </pc:sldChg>
      <pc:sldChg chg="addSp delSp modSp new mod">
        <pc:chgData name="健 翁" userId="bedff36119963aae" providerId="LiveId" clId="{8FB760DC-1C1C-B64A-9E8D-F0600897EC33}" dt="2025-07-08T12:46:09.384" v="3062" actId="1076"/>
        <pc:sldMkLst>
          <pc:docMk/>
          <pc:sldMk cId="2683033026" sldId="276"/>
        </pc:sldMkLst>
      </pc:sldChg>
      <pc:sldChg chg="addSp delSp modSp add mod">
        <pc:chgData name="健 翁" userId="bedff36119963aae" providerId="LiveId" clId="{8FB760DC-1C1C-B64A-9E8D-F0600897EC33}" dt="2025-07-08T12:57:32.315" v="3474" actId="1076"/>
        <pc:sldMkLst>
          <pc:docMk/>
          <pc:sldMk cId="1405585502" sldId="277"/>
        </pc:sldMkLst>
      </pc:sldChg>
      <pc:sldChg chg="addSp delSp modSp new mod">
        <pc:chgData name="健 翁" userId="bedff36119963aae" providerId="LiveId" clId="{8FB760DC-1C1C-B64A-9E8D-F0600897EC33}" dt="2025-07-12T12:00:41.273" v="4132" actId="20577"/>
        <pc:sldMkLst>
          <pc:docMk/>
          <pc:sldMk cId="3528530345" sldId="278"/>
        </pc:sldMkLst>
      </pc:sldChg>
      <pc:sldChg chg="modSp new mod ord">
        <pc:chgData name="健 翁" userId="bedff36119963aae" providerId="LiveId" clId="{8FB760DC-1C1C-B64A-9E8D-F0600897EC33}" dt="2025-07-11T11:09:27.838" v="3842" actId="207"/>
        <pc:sldMkLst>
          <pc:docMk/>
          <pc:sldMk cId="3603214495" sldId="279"/>
        </pc:sldMkLst>
      </pc:sldChg>
      <pc:sldChg chg="modSp add mod">
        <pc:chgData name="健 翁" userId="bedff36119963aae" providerId="LiveId" clId="{8FB760DC-1C1C-B64A-9E8D-F0600897EC33}" dt="2025-07-11T11:33:44.888" v="3926" actId="20577"/>
        <pc:sldMkLst>
          <pc:docMk/>
          <pc:sldMk cId="110944884" sldId="280"/>
        </pc:sldMkLst>
      </pc:sldChg>
      <pc:sldChg chg="modSp add mod">
        <pc:chgData name="健 翁" userId="bedff36119963aae" providerId="LiveId" clId="{8FB760DC-1C1C-B64A-9E8D-F0600897EC33}" dt="2025-07-12T14:02:08.940" v="6708" actId="20577"/>
        <pc:sldMkLst>
          <pc:docMk/>
          <pc:sldMk cId="76667784" sldId="281"/>
        </pc:sldMkLst>
      </pc:sldChg>
      <pc:sldChg chg="addSp modSp new mod modAnim">
        <pc:chgData name="健 翁" userId="bedff36119963aae" providerId="LiveId" clId="{8FB760DC-1C1C-B64A-9E8D-F0600897EC33}" dt="2025-07-12T12:22:34.675" v="4625" actId="14100"/>
        <pc:sldMkLst>
          <pc:docMk/>
          <pc:sldMk cId="2946841424" sldId="282"/>
        </pc:sldMkLst>
      </pc:sldChg>
      <pc:sldChg chg="addSp delSp modSp new add del mod modAnim">
        <pc:chgData name="健 翁" userId="bedff36119963aae" providerId="LiveId" clId="{8FB760DC-1C1C-B64A-9E8D-F0600897EC33}" dt="2025-07-12T12:23:24.840" v="4674" actId="1076"/>
        <pc:sldMkLst>
          <pc:docMk/>
          <pc:sldMk cId="2474004022" sldId="283"/>
        </pc:sldMkLst>
      </pc:sldChg>
      <pc:sldChg chg="addSp delSp modSp add del mod modAnim">
        <pc:chgData name="健 翁" userId="bedff36119963aae" providerId="LiveId" clId="{8FB760DC-1C1C-B64A-9E8D-F0600897EC33}" dt="2025-07-12T12:23:58.760" v="4681" actId="2696"/>
        <pc:sldMkLst>
          <pc:docMk/>
          <pc:sldMk cId="620658408" sldId="284"/>
        </pc:sldMkLst>
      </pc:sldChg>
      <pc:sldChg chg="addSp delSp modSp add mod modAnim">
        <pc:chgData name="健 翁" userId="bedff36119963aae" providerId="LiveId" clId="{8FB760DC-1C1C-B64A-9E8D-F0600897EC33}" dt="2025-07-12T12:24:21.694" v="4702" actId="1036"/>
        <pc:sldMkLst>
          <pc:docMk/>
          <pc:sldMk cId="2750808999" sldId="285"/>
        </pc:sldMkLst>
      </pc:sldChg>
      <pc:sldChg chg="addSp delSp modSp new mod">
        <pc:chgData name="健 翁" userId="bedff36119963aae" providerId="LiveId" clId="{8FB760DC-1C1C-B64A-9E8D-F0600897EC33}" dt="2025-07-12T12:33:52.497" v="4899" actId="20577"/>
        <pc:sldMkLst>
          <pc:docMk/>
          <pc:sldMk cId="2983435651" sldId="286"/>
        </pc:sldMkLst>
      </pc:sldChg>
      <pc:sldChg chg="addSp delSp modSp new mod">
        <pc:chgData name="健 翁" userId="bedff36119963aae" providerId="LiveId" clId="{8FB760DC-1C1C-B64A-9E8D-F0600897EC33}" dt="2025-07-12T12:39:06.494" v="5261"/>
        <pc:sldMkLst>
          <pc:docMk/>
          <pc:sldMk cId="2965404456" sldId="287"/>
        </pc:sldMkLst>
      </pc:sldChg>
      <pc:sldChg chg="addSp delSp modSp new mod">
        <pc:chgData name="健 翁" userId="bedff36119963aae" providerId="LiveId" clId="{8FB760DC-1C1C-B64A-9E8D-F0600897EC33}" dt="2025-07-12T12:58:11.740" v="5819" actId="20577"/>
        <pc:sldMkLst>
          <pc:docMk/>
          <pc:sldMk cId="3196839500" sldId="288"/>
        </pc:sldMkLst>
      </pc:sldChg>
      <pc:sldChg chg="addSp delSp modSp new mod">
        <pc:chgData name="健 翁" userId="bedff36119963aae" providerId="LiveId" clId="{8FB760DC-1C1C-B64A-9E8D-F0600897EC33}" dt="2025-07-12T13:26:52.463" v="6423"/>
        <pc:sldMkLst>
          <pc:docMk/>
          <pc:sldMk cId="840447927" sldId="289"/>
        </pc:sldMkLst>
      </pc:sldChg>
      <pc:sldChg chg="modSp add mod">
        <pc:chgData name="健 翁" userId="bedff36119963aae" providerId="LiveId" clId="{8FB760DC-1C1C-B64A-9E8D-F0600897EC33}" dt="2025-07-12T13:28:03.799" v="6651" actId="20577"/>
        <pc:sldMkLst>
          <pc:docMk/>
          <pc:sldMk cId="2051713826" sldId="290"/>
        </pc:sldMkLst>
      </pc:sldChg>
      <pc:sldChg chg="addSp delSp modSp new mod">
        <pc:chgData name="健 翁" userId="bedff36119963aae" providerId="LiveId" clId="{8FB760DC-1C1C-B64A-9E8D-F0600897EC33}" dt="2025-07-12T14:03:39.090" v="6732" actId="20577"/>
        <pc:sldMkLst>
          <pc:docMk/>
          <pc:sldMk cId="2297001055" sldId="291"/>
        </pc:sldMkLst>
      </pc:sldChg>
      <pc:sldChg chg="modSp new del mod">
        <pc:chgData name="健 翁" userId="bedff36119963aae" providerId="LiveId" clId="{8FB760DC-1C1C-B64A-9E8D-F0600897EC33}" dt="2025-07-12T14:10:32.697" v="6967" actId="2696"/>
        <pc:sldMkLst>
          <pc:docMk/>
          <pc:sldMk cId="581344320" sldId="292"/>
        </pc:sldMkLst>
      </pc:sldChg>
      <pc:sldChg chg="addSp delSp modSp new mod ord">
        <pc:chgData name="健 翁" userId="bedff36119963aae" providerId="LiveId" clId="{8FB760DC-1C1C-B64A-9E8D-F0600897EC33}" dt="2025-07-12T14:07:38.698" v="6893"/>
        <pc:sldMkLst>
          <pc:docMk/>
          <pc:sldMk cId="2627892269" sldId="293"/>
        </pc:sldMkLst>
      </pc:sldChg>
      <pc:sldChg chg="addSp delSp modSp add mod">
        <pc:chgData name="健 翁" userId="bedff36119963aae" providerId="LiveId" clId="{8FB760DC-1C1C-B64A-9E8D-F0600897EC33}" dt="2025-07-12T14:09:11.466" v="6955" actId="1076"/>
        <pc:sldMkLst>
          <pc:docMk/>
          <pc:sldMk cId="1316165437" sldId="294"/>
        </pc:sldMkLst>
      </pc:sldChg>
      <pc:sldChg chg="addSp delSp modSp add mod modAnim">
        <pc:chgData name="健 翁" userId="bedff36119963aae" providerId="LiveId" clId="{8FB760DC-1C1C-B64A-9E8D-F0600897EC33}" dt="2025-07-12T14:18:51.298" v="7410" actId="20577"/>
        <pc:sldMkLst>
          <pc:docMk/>
          <pc:sldMk cId="1435530195" sldId="295"/>
        </pc:sldMkLst>
      </pc:sldChg>
      <pc:sldChg chg="add del">
        <pc:chgData name="健 翁" userId="bedff36119963aae" providerId="LiveId" clId="{8FB760DC-1C1C-B64A-9E8D-F0600897EC33}" dt="2025-07-12T14:09:14.661" v="6957"/>
        <pc:sldMkLst>
          <pc:docMk/>
          <pc:sldMk cId="2019869010" sldId="295"/>
        </pc:sldMkLst>
      </pc:sldChg>
      <pc:sldChg chg="addSp modSp new mod">
        <pc:chgData name="健 翁" userId="bedff36119963aae" providerId="LiveId" clId="{8FB760DC-1C1C-B64A-9E8D-F0600897EC33}" dt="2025-07-12T14:31:46.822" v="7603" actId="1076"/>
        <pc:sldMkLst>
          <pc:docMk/>
          <pc:sldMk cId="1139930095" sldId="296"/>
        </pc:sldMkLst>
      </pc:sldChg>
      <pc:sldChg chg="new del">
        <pc:chgData name="健 翁" userId="bedff36119963aae" providerId="LiveId" clId="{8FB760DC-1C1C-B64A-9E8D-F0600897EC33}" dt="2025-07-12T14:34:33.940" v="7605" actId="2696"/>
        <pc:sldMkLst>
          <pc:docMk/>
          <pc:sldMk cId="1461631616" sldId="297"/>
        </pc:sldMkLst>
      </pc:sldChg>
      <pc:sldChg chg="addSp modSp new mod">
        <pc:chgData name="健 翁" userId="bedff36119963aae" providerId="LiveId" clId="{8FB760DC-1C1C-B64A-9E8D-F0600897EC33}" dt="2025-07-13T08:56:27.059" v="7693" actId="1076"/>
        <pc:sldMkLst>
          <pc:docMk/>
          <pc:sldMk cId="1668426669" sldId="297"/>
        </pc:sldMkLst>
      </pc:sldChg>
    </pc:docChg>
  </pc:docChgLst>
  <pc:docChgLst>
    <pc:chgData name="健 翁" userId="bedff36119963aae" providerId="LiveId" clId="{CF300918-065A-9645-A644-1F3E5DF2C9FA}"/>
    <pc:docChg chg="undo custSel addSld delSld modSld sldOrd addSection delSection">
      <pc:chgData name="健 翁" userId="bedff36119963aae" providerId="LiveId" clId="{CF300918-065A-9645-A644-1F3E5DF2C9FA}" dt="2025-07-26T07:44:06.122" v="18935" actId="313"/>
      <pc:docMkLst>
        <pc:docMk/>
      </pc:docMkLst>
      <pc:sldChg chg="modSp mod">
        <pc:chgData name="健 翁" userId="bedff36119963aae" providerId="LiveId" clId="{CF300918-065A-9645-A644-1F3E5DF2C9FA}" dt="2025-07-24T01:11:09.772" v="11358" actId="20577"/>
        <pc:sldMkLst>
          <pc:docMk/>
          <pc:sldMk cId="483929235" sldId="256"/>
        </pc:sldMkLst>
      </pc:sldChg>
      <pc:sldChg chg="addSp delSp modSp mod">
        <pc:chgData name="健 翁" userId="bedff36119963aae" providerId="LiveId" clId="{CF300918-065A-9645-A644-1F3E5DF2C9FA}" dt="2025-07-17T11:43:52.875" v="2209" actId="20577"/>
        <pc:sldMkLst>
          <pc:docMk/>
          <pc:sldMk cId="3603214495" sldId="279"/>
        </pc:sldMkLst>
      </pc:sldChg>
      <pc:sldChg chg="del">
        <pc:chgData name="健 翁" userId="bedff36119963aae" providerId="LiveId" clId="{CF300918-065A-9645-A644-1F3E5DF2C9FA}" dt="2025-07-17T07:45:11.486" v="71" actId="2696"/>
        <pc:sldMkLst>
          <pc:docMk/>
          <pc:sldMk cId="1099448384" sldId="280"/>
        </pc:sldMkLst>
      </pc:sldChg>
      <pc:sldChg chg="addSp delSp modSp new mod ord modAnim">
        <pc:chgData name="健 翁" userId="bedff36119963aae" providerId="LiveId" clId="{CF300918-065A-9645-A644-1F3E5DF2C9FA}" dt="2025-07-23T06:45:44.508" v="9247"/>
        <pc:sldMkLst>
          <pc:docMk/>
          <pc:sldMk cId="3570270889" sldId="280"/>
        </pc:sldMkLst>
      </pc:sldChg>
      <pc:sldChg chg="del">
        <pc:chgData name="健 翁" userId="bedff36119963aae" providerId="LiveId" clId="{CF300918-065A-9645-A644-1F3E5DF2C9FA}" dt="2025-07-17T07:45:11.467" v="61" actId="2696"/>
        <pc:sldMkLst>
          <pc:docMk/>
          <pc:sldMk cId="529212944" sldId="281"/>
        </pc:sldMkLst>
      </pc:sldChg>
      <pc:sldChg chg="addSp delSp modSp new mod">
        <pc:chgData name="健 翁" userId="bedff36119963aae" providerId="LiveId" clId="{CF300918-065A-9645-A644-1F3E5DF2C9FA}" dt="2025-07-18T17:16:04.447" v="6607" actId="478"/>
        <pc:sldMkLst>
          <pc:docMk/>
          <pc:sldMk cId="1789390656" sldId="281"/>
        </pc:sldMkLst>
      </pc:sldChg>
      <pc:sldChg chg="addSp delSp modSp new mod">
        <pc:chgData name="健 翁" userId="bedff36119963aae" providerId="LiveId" clId="{CF300918-065A-9645-A644-1F3E5DF2C9FA}" dt="2025-07-22T07:53:17.498" v="9145" actId="20577"/>
        <pc:sldMkLst>
          <pc:docMk/>
          <pc:sldMk cId="143898142" sldId="282"/>
        </pc:sldMkLst>
      </pc:sldChg>
      <pc:sldChg chg="del">
        <pc:chgData name="健 翁" userId="bedff36119963aae" providerId="LiveId" clId="{CF300918-065A-9645-A644-1F3E5DF2C9FA}" dt="2025-07-17T07:45:11.497" v="75" actId="2696"/>
        <pc:sldMkLst>
          <pc:docMk/>
          <pc:sldMk cId="4025768089" sldId="282"/>
        </pc:sldMkLst>
      </pc:sldChg>
      <pc:sldChg chg="addSp delSp modSp new mod">
        <pc:chgData name="健 翁" userId="bedff36119963aae" providerId="LiveId" clId="{CF300918-065A-9645-A644-1F3E5DF2C9FA}" dt="2025-07-24T01:23:14.080" v="11437" actId="20577"/>
        <pc:sldMkLst>
          <pc:docMk/>
          <pc:sldMk cId="3568768472" sldId="283"/>
        </pc:sldMkLst>
      </pc:sldChg>
      <pc:sldChg chg="del">
        <pc:chgData name="健 翁" userId="bedff36119963aae" providerId="LiveId" clId="{CF300918-065A-9645-A644-1F3E5DF2C9FA}" dt="2025-07-17T07:45:11.472" v="65" actId="2696"/>
        <pc:sldMkLst>
          <pc:docMk/>
          <pc:sldMk cId="3591861945" sldId="283"/>
        </pc:sldMkLst>
      </pc:sldChg>
      <pc:sldChg chg="addSp modSp new mod modAnim">
        <pc:chgData name="健 翁" userId="bedff36119963aae" providerId="LiveId" clId="{CF300918-065A-9645-A644-1F3E5DF2C9FA}" dt="2025-07-23T14:55:02.338" v="10693" actId="20577"/>
        <pc:sldMkLst>
          <pc:docMk/>
          <pc:sldMk cId="627576973" sldId="284"/>
        </pc:sldMkLst>
      </pc:sldChg>
      <pc:sldChg chg="del">
        <pc:chgData name="健 翁" userId="bedff36119963aae" providerId="LiveId" clId="{CF300918-065A-9645-A644-1F3E5DF2C9FA}" dt="2025-07-17T07:45:11.505" v="76" actId="2696"/>
        <pc:sldMkLst>
          <pc:docMk/>
          <pc:sldMk cId="2006459253" sldId="284"/>
        </pc:sldMkLst>
      </pc:sldChg>
      <pc:sldChg chg="modSp add mod ord">
        <pc:chgData name="健 翁" userId="bedff36119963aae" providerId="LiveId" clId="{CF300918-065A-9645-A644-1F3E5DF2C9FA}" dt="2025-07-25T07:38:25.649" v="12439" actId="1076"/>
        <pc:sldMkLst>
          <pc:docMk/>
          <pc:sldMk cId="1977822595" sldId="285"/>
        </pc:sldMkLst>
      </pc:sldChg>
      <pc:sldChg chg="del">
        <pc:chgData name="健 翁" userId="bedff36119963aae" providerId="LiveId" clId="{CF300918-065A-9645-A644-1F3E5DF2C9FA}" dt="2025-07-17T07:45:11.523" v="87" actId="2696"/>
        <pc:sldMkLst>
          <pc:docMk/>
          <pc:sldMk cId="3873085482" sldId="285"/>
        </pc:sldMkLst>
      </pc:sldChg>
      <pc:sldChg chg="del">
        <pc:chgData name="健 翁" userId="bedff36119963aae" providerId="LiveId" clId="{CF300918-065A-9645-A644-1F3E5DF2C9FA}" dt="2025-07-17T07:45:11.514" v="86" actId="2696"/>
        <pc:sldMkLst>
          <pc:docMk/>
          <pc:sldMk cId="2101903465" sldId="286"/>
        </pc:sldMkLst>
      </pc:sldChg>
      <pc:sldChg chg="addSp modSp new mod ord">
        <pc:chgData name="健 翁" userId="bedff36119963aae" providerId="LiveId" clId="{CF300918-065A-9645-A644-1F3E5DF2C9FA}" dt="2025-07-23T07:00:04.694" v="9611" actId="20578"/>
        <pc:sldMkLst>
          <pc:docMk/>
          <pc:sldMk cId="2496937739" sldId="286"/>
        </pc:sldMkLst>
      </pc:sldChg>
      <pc:sldChg chg="addSp modSp new mod">
        <pc:chgData name="健 翁" userId="bedff36119963aae" providerId="LiveId" clId="{CF300918-065A-9645-A644-1F3E5DF2C9FA}" dt="2025-07-23T06:46:20.532" v="9249" actId="14100"/>
        <pc:sldMkLst>
          <pc:docMk/>
          <pc:sldMk cId="97295590" sldId="287"/>
        </pc:sldMkLst>
      </pc:sldChg>
      <pc:sldChg chg="del">
        <pc:chgData name="健 翁" userId="bedff36119963aae" providerId="LiveId" clId="{CF300918-065A-9645-A644-1F3E5DF2C9FA}" dt="2025-07-17T07:45:11.532" v="89" actId="2696"/>
        <pc:sldMkLst>
          <pc:docMk/>
          <pc:sldMk cId="788939613" sldId="287"/>
        </pc:sldMkLst>
      </pc:sldChg>
      <pc:sldChg chg="del">
        <pc:chgData name="健 翁" userId="bedff36119963aae" providerId="LiveId" clId="{CF300918-065A-9645-A644-1F3E5DF2C9FA}" dt="2025-07-17T07:45:11.512" v="83" actId="2696"/>
        <pc:sldMkLst>
          <pc:docMk/>
          <pc:sldMk cId="973594135" sldId="288"/>
        </pc:sldMkLst>
      </pc:sldChg>
      <pc:sldChg chg="addSp delSp modSp add mod">
        <pc:chgData name="健 翁" userId="bedff36119963aae" providerId="LiveId" clId="{CF300918-065A-9645-A644-1F3E5DF2C9FA}" dt="2025-07-18T15:07:13.709" v="3538" actId="113"/>
        <pc:sldMkLst>
          <pc:docMk/>
          <pc:sldMk cId="1857404485" sldId="288"/>
        </pc:sldMkLst>
      </pc:sldChg>
      <pc:sldChg chg="del">
        <pc:chgData name="健 翁" userId="bedff36119963aae" providerId="LiveId" clId="{CF300918-065A-9645-A644-1F3E5DF2C9FA}" dt="2025-07-17T07:45:11.476" v="68" actId="2696"/>
        <pc:sldMkLst>
          <pc:docMk/>
          <pc:sldMk cId="637991471" sldId="289"/>
        </pc:sldMkLst>
      </pc:sldChg>
      <pc:sldChg chg="modSp new mod ord">
        <pc:chgData name="健 翁" userId="bedff36119963aae" providerId="LiveId" clId="{CF300918-065A-9645-A644-1F3E5DF2C9FA}" dt="2025-07-25T14:02:02.729" v="13125" actId="14100"/>
        <pc:sldMkLst>
          <pc:docMk/>
          <pc:sldMk cId="3814483629" sldId="289"/>
        </pc:sldMkLst>
      </pc:sldChg>
      <pc:sldChg chg="del">
        <pc:chgData name="健 翁" userId="bedff36119963aae" providerId="LiveId" clId="{CF300918-065A-9645-A644-1F3E5DF2C9FA}" dt="2025-07-17T07:45:11.539" v="91" actId="2696"/>
        <pc:sldMkLst>
          <pc:docMk/>
          <pc:sldMk cId="1009618631" sldId="290"/>
        </pc:sldMkLst>
      </pc:sldChg>
      <pc:sldChg chg="modSp new mod">
        <pc:chgData name="健 翁" userId="bedff36119963aae" providerId="LiveId" clId="{CF300918-065A-9645-A644-1F3E5DF2C9FA}" dt="2025-07-23T07:15:18.426" v="9990" actId="20577"/>
        <pc:sldMkLst>
          <pc:docMk/>
          <pc:sldMk cId="3365917924" sldId="290"/>
        </pc:sldMkLst>
      </pc:sldChg>
      <pc:sldChg chg="del">
        <pc:chgData name="健 翁" userId="bedff36119963aae" providerId="LiveId" clId="{CF300918-065A-9645-A644-1F3E5DF2C9FA}" dt="2025-07-17T07:45:11.473" v="66" actId="2696"/>
        <pc:sldMkLst>
          <pc:docMk/>
          <pc:sldMk cId="440004574" sldId="291"/>
        </pc:sldMkLst>
      </pc:sldChg>
      <pc:sldChg chg="addSp delSp modSp new mod">
        <pc:chgData name="健 翁" userId="bedff36119963aae" providerId="LiveId" clId="{CF300918-065A-9645-A644-1F3E5DF2C9FA}" dt="2025-07-23T15:03:15.233" v="11030" actId="27636"/>
        <pc:sldMkLst>
          <pc:docMk/>
          <pc:sldMk cId="797005329" sldId="291"/>
        </pc:sldMkLst>
      </pc:sldChg>
      <pc:sldChg chg="del">
        <pc:chgData name="健 翁" userId="bedff36119963aae" providerId="LiveId" clId="{CF300918-065A-9645-A644-1F3E5DF2C9FA}" dt="2025-07-17T07:45:11.524" v="88" actId="2696"/>
        <pc:sldMkLst>
          <pc:docMk/>
          <pc:sldMk cId="3238021198" sldId="292"/>
        </pc:sldMkLst>
      </pc:sldChg>
      <pc:sldChg chg="addSp delSp modSp add mod">
        <pc:chgData name="健 翁" userId="bedff36119963aae" providerId="LiveId" clId="{CF300918-065A-9645-A644-1F3E5DF2C9FA}" dt="2025-07-18T16:46:36.092" v="5077" actId="1076"/>
        <pc:sldMkLst>
          <pc:docMk/>
          <pc:sldMk cId="3893743986" sldId="292"/>
        </pc:sldMkLst>
      </pc:sldChg>
      <pc:sldChg chg="addSp modSp new mod">
        <pc:chgData name="健 翁" userId="bedff36119963aae" providerId="LiveId" clId="{CF300918-065A-9645-A644-1F3E5DF2C9FA}" dt="2025-07-18T16:51:24.071" v="5444" actId="5793"/>
        <pc:sldMkLst>
          <pc:docMk/>
          <pc:sldMk cId="3241434502" sldId="293"/>
        </pc:sldMkLst>
      </pc:sldChg>
      <pc:sldChg chg="del">
        <pc:chgData name="健 翁" userId="bedff36119963aae" providerId="LiveId" clId="{CF300918-065A-9645-A644-1F3E5DF2C9FA}" dt="2025-07-17T07:45:11.513" v="84" actId="2696"/>
        <pc:sldMkLst>
          <pc:docMk/>
          <pc:sldMk cId="3954485117" sldId="293"/>
        </pc:sldMkLst>
      </pc:sldChg>
      <pc:sldChg chg="del">
        <pc:chgData name="健 翁" userId="bedff36119963aae" providerId="LiveId" clId="{CF300918-065A-9645-A644-1F3E5DF2C9FA}" dt="2025-07-17T07:45:11.545" v="94" actId="2696"/>
        <pc:sldMkLst>
          <pc:docMk/>
          <pc:sldMk cId="2872467109" sldId="294"/>
        </pc:sldMkLst>
      </pc:sldChg>
      <pc:sldChg chg="addSp modSp new mod">
        <pc:chgData name="健 翁" userId="bedff36119963aae" providerId="LiveId" clId="{CF300918-065A-9645-A644-1F3E5DF2C9FA}" dt="2025-07-18T16:59:07.551" v="6018" actId="1076"/>
        <pc:sldMkLst>
          <pc:docMk/>
          <pc:sldMk cId="3207380523" sldId="294"/>
        </pc:sldMkLst>
      </pc:sldChg>
      <pc:sldChg chg="new del">
        <pc:chgData name="健 翁" userId="bedff36119963aae" providerId="LiveId" clId="{CF300918-065A-9645-A644-1F3E5DF2C9FA}" dt="2025-07-18T16:59:35.991" v="6021" actId="2696"/>
        <pc:sldMkLst>
          <pc:docMk/>
          <pc:sldMk cId="2481172430" sldId="295"/>
        </pc:sldMkLst>
      </pc:sldChg>
      <pc:sldChg chg="del">
        <pc:chgData name="健 翁" userId="bedff36119963aae" providerId="LiveId" clId="{CF300918-065A-9645-A644-1F3E5DF2C9FA}" dt="2025-07-17T07:45:11.509" v="80" actId="2696"/>
        <pc:sldMkLst>
          <pc:docMk/>
          <pc:sldMk cId="3730443816" sldId="295"/>
        </pc:sldMkLst>
      </pc:sldChg>
      <pc:sldChg chg="modSp add mod">
        <pc:chgData name="健 翁" userId="bedff36119963aae" providerId="LiveId" clId="{CF300918-065A-9645-A644-1F3E5DF2C9FA}" dt="2025-07-18T17:00:32.858" v="6224" actId="1076"/>
        <pc:sldMkLst>
          <pc:docMk/>
          <pc:sldMk cId="166719310" sldId="296"/>
        </pc:sldMkLst>
      </pc:sldChg>
      <pc:sldChg chg="del">
        <pc:chgData name="健 翁" userId="bedff36119963aae" providerId="LiveId" clId="{CF300918-065A-9645-A644-1F3E5DF2C9FA}" dt="2025-07-17T07:45:11.548" v="95" actId="2696"/>
        <pc:sldMkLst>
          <pc:docMk/>
          <pc:sldMk cId="2766724417" sldId="296"/>
        </pc:sldMkLst>
      </pc:sldChg>
      <pc:sldChg chg="del">
        <pc:chgData name="健 翁" userId="bedff36119963aae" providerId="LiveId" clId="{CF300918-065A-9645-A644-1F3E5DF2C9FA}" dt="2025-07-17T07:45:11.507" v="78" actId="2696"/>
        <pc:sldMkLst>
          <pc:docMk/>
          <pc:sldMk cId="810463276" sldId="297"/>
        </pc:sldMkLst>
      </pc:sldChg>
      <pc:sldChg chg="delSp modSp add mod">
        <pc:chgData name="健 翁" userId="bedff36119963aae" providerId="LiveId" clId="{CF300918-065A-9645-A644-1F3E5DF2C9FA}" dt="2025-07-18T17:05:27.599" v="6513" actId="1076"/>
        <pc:sldMkLst>
          <pc:docMk/>
          <pc:sldMk cId="2151087429" sldId="297"/>
        </pc:sldMkLst>
      </pc:sldChg>
      <pc:sldChg chg="del">
        <pc:chgData name="健 翁" userId="bedff36119963aae" providerId="LiveId" clId="{CF300918-065A-9645-A644-1F3E5DF2C9FA}" dt="2025-07-17T07:45:11.533" v="90" actId="2696"/>
        <pc:sldMkLst>
          <pc:docMk/>
          <pc:sldMk cId="570791904" sldId="298"/>
        </pc:sldMkLst>
      </pc:sldChg>
      <pc:sldChg chg="addSp modSp new mod">
        <pc:chgData name="健 翁" userId="bedff36119963aae" providerId="LiveId" clId="{CF300918-065A-9645-A644-1F3E5DF2C9FA}" dt="2025-07-18T17:25:39.551" v="7335" actId="1076"/>
        <pc:sldMkLst>
          <pc:docMk/>
          <pc:sldMk cId="1065819061" sldId="298"/>
        </pc:sldMkLst>
      </pc:sldChg>
      <pc:sldChg chg="del">
        <pc:chgData name="健 翁" userId="bedff36119963aae" providerId="LiveId" clId="{CF300918-065A-9645-A644-1F3E5DF2C9FA}" dt="2025-07-17T07:45:11.468" v="62" actId="2696"/>
        <pc:sldMkLst>
          <pc:docMk/>
          <pc:sldMk cId="3198490352" sldId="299"/>
        </pc:sldMkLst>
      </pc:sldChg>
      <pc:sldChg chg="addSp delSp modSp add mod">
        <pc:chgData name="健 翁" userId="bedff36119963aae" providerId="LiveId" clId="{CF300918-065A-9645-A644-1F3E5DF2C9FA}" dt="2025-07-20T21:15:24.199" v="8465" actId="313"/>
        <pc:sldMkLst>
          <pc:docMk/>
          <pc:sldMk cId="4095869668" sldId="299"/>
        </pc:sldMkLst>
      </pc:sldChg>
      <pc:sldChg chg="delSp modSp add mod">
        <pc:chgData name="健 翁" userId="bedff36119963aae" providerId="LiveId" clId="{CF300918-065A-9645-A644-1F3E5DF2C9FA}" dt="2025-07-20T11:50:00.888" v="7510" actId="14100"/>
        <pc:sldMkLst>
          <pc:docMk/>
          <pc:sldMk cId="1116092405" sldId="300"/>
        </pc:sldMkLst>
      </pc:sldChg>
      <pc:sldChg chg="del">
        <pc:chgData name="健 翁" userId="bedff36119963aae" providerId="LiveId" clId="{CF300918-065A-9645-A644-1F3E5DF2C9FA}" dt="2025-07-17T07:45:11.508" v="79" actId="2696"/>
        <pc:sldMkLst>
          <pc:docMk/>
          <pc:sldMk cId="3382481137" sldId="300"/>
        </pc:sldMkLst>
      </pc:sldChg>
      <pc:sldChg chg="addSp delSp modSp new mod">
        <pc:chgData name="健 翁" userId="bedff36119963aae" providerId="LiveId" clId="{CF300918-065A-9645-A644-1F3E5DF2C9FA}" dt="2025-07-21T13:34:48.204" v="8474" actId="14100"/>
        <pc:sldMkLst>
          <pc:docMk/>
          <pc:sldMk cId="3415701890" sldId="301"/>
        </pc:sldMkLst>
      </pc:sldChg>
      <pc:sldChg chg="del">
        <pc:chgData name="健 翁" userId="bedff36119963aae" providerId="LiveId" clId="{CF300918-065A-9645-A644-1F3E5DF2C9FA}" dt="2025-07-17T07:45:11.474" v="67" actId="2696"/>
        <pc:sldMkLst>
          <pc:docMk/>
          <pc:sldMk cId="3979103764" sldId="301"/>
        </pc:sldMkLst>
      </pc:sldChg>
      <pc:sldChg chg="addSp modSp new mod">
        <pc:chgData name="健 翁" userId="bedff36119963aae" providerId="LiveId" clId="{CF300918-065A-9645-A644-1F3E5DF2C9FA}" dt="2025-07-21T13:35:06.036" v="8476" actId="1076"/>
        <pc:sldMkLst>
          <pc:docMk/>
          <pc:sldMk cId="24568203" sldId="302"/>
        </pc:sldMkLst>
      </pc:sldChg>
      <pc:sldChg chg="del">
        <pc:chgData name="健 翁" userId="bedff36119963aae" providerId="LiveId" clId="{CF300918-065A-9645-A644-1F3E5DF2C9FA}" dt="2025-07-17T07:45:11.469" v="63" actId="2696"/>
        <pc:sldMkLst>
          <pc:docMk/>
          <pc:sldMk cId="828277869" sldId="302"/>
        </pc:sldMkLst>
      </pc:sldChg>
      <pc:sldChg chg="del">
        <pc:chgData name="健 翁" userId="bedff36119963aae" providerId="LiveId" clId="{CF300918-065A-9645-A644-1F3E5DF2C9FA}" dt="2025-07-17T07:45:11.477" v="70" actId="2696"/>
        <pc:sldMkLst>
          <pc:docMk/>
          <pc:sldMk cId="1485329573" sldId="303"/>
        </pc:sldMkLst>
      </pc:sldChg>
      <pc:sldChg chg="addSp modSp new mod">
        <pc:chgData name="健 翁" userId="bedff36119963aae" providerId="LiveId" clId="{CF300918-065A-9645-A644-1F3E5DF2C9FA}" dt="2025-07-21T14:33:17.774" v="8855" actId="1076"/>
        <pc:sldMkLst>
          <pc:docMk/>
          <pc:sldMk cId="3569137865" sldId="303"/>
        </pc:sldMkLst>
      </pc:sldChg>
      <pc:sldChg chg="addSp delSp modSp new mod">
        <pc:chgData name="健 翁" userId="bedff36119963aae" providerId="LiveId" clId="{CF300918-065A-9645-A644-1F3E5DF2C9FA}" dt="2025-07-25T14:00:50.878" v="13107" actId="20577"/>
        <pc:sldMkLst>
          <pc:docMk/>
          <pc:sldMk cId="82117550" sldId="304"/>
        </pc:sldMkLst>
      </pc:sldChg>
      <pc:sldChg chg="del">
        <pc:chgData name="健 翁" userId="bedff36119963aae" providerId="LiveId" clId="{CF300918-065A-9645-A644-1F3E5DF2C9FA}" dt="2025-07-17T07:45:11.510" v="81" actId="2696"/>
        <pc:sldMkLst>
          <pc:docMk/>
          <pc:sldMk cId="2871260575" sldId="304"/>
        </pc:sldMkLst>
      </pc:sldChg>
      <pc:sldChg chg="del">
        <pc:chgData name="健 翁" userId="bedff36119963aae" providerId="LiveId" clId="{CF300918-065A-9645-A644-1F3E5DF2C9FA}" dt="2025-07-17T07:45:11.487" v="72" actId="2696"/>
        <pc:sldMkLst>
          <pc:docMk/>
          <pc:sldMk cId="984517632" sldId="305"/>
        </pc:sldMkLst>
      </pc:sldChg>
      <pc:sldChg chg="addSp modSp new mod">
        <pc:chgData name="健 翁" userId="bedff36119963aae" providerId="LiveId" clId="{CF300918-065A-9645-A644-1F3E5DF2C9FA}" dt="2025-07-23T06:58:57.401" v="9610" actId="14100"/>
        <pc:sldMkLst>
          <pc:docMk/>
          <pc:sldMk cId="1356267664" sldId="305"/>
        </pc:sldMkLst>
      </pc:sldChg>
      <pc:sldChg chg="del">
        <pc:chgData name="健 翁" userId="bedff36119963aae" providerId="LiveId" clId="{CF300918-065A-9645-A644-1F3E5DF2C9FA}" dt="2025-07-17T07:45:11.513" v="85" actId="2696"/>
        <pc:sldMkLst>
          <pc:docMk/>
          <pc:sldMk cId="47285139" sldId="306"/>
        </pc:sldMkLst>
      </pc:sldChg>
      <pc:sldChg chg="addSp delSp modSp new mod">
        <pc:chgData name="健 翁" userId="bedff36119963aae" providerId="LiveId" clId="{CF300918-065A-9645-A644-1F3E5DF2C9FA}" dt="2025-07-23T07:12:28.807" v="9795" actId="1076"/>
        <pc:sldMkLst>
          <pc:docMk/>
          <pc:sldMk cId="533372942" sldId="306"/>
        </pc:sldMkLst>
      </pc:sldChg>
      <pc:sldChg chg="addSp delSp modSp add mod">
        <pc:chgData name="健 翁" userId="bedff36119963aae" providerId="LiveId" clId="{CF300918-065A-9645-A644-1F3E5DF2C9FA}" dt="2025-07-23T07:13:16.058" v="9818" actId="14100"/>
        <pc:sldMkLst>
          <pc:docMk/>
          <pc:sldMk cId="750772470" sldId="307"/>
        </pc:sldMkLst>
      </pc:sldChg>
      <pc:sldChg chg="del">
        <pc:chgData name="健 翁" userId="bedff36119963aae" providerId="LiveId" clId="{CF300918-065A-9645-A644-1F3E5DF2C9FA}" dt="2025-07-17T07:45:11.476" v="69" actId="2696"/>
        <pc:sldMkLst>
          <pc:docMk/>
          <pc:sldMk cId="982245276" sldId="307"/>
        </pc:sldMkLst>
      </pc:sldChg>
      <pc:sldChg chg="addSp delSp modSp new mod">
        <pc:chgData name="健 翁" userId="bedff36119963aae" providerId="LiveId" clId="{CF300918-065A-9645-A644-1F3E5DF2C9FA}" dt="2025-07-23T07:19:13.513" v="10168" actId="20577"/>
        <pc:sldMkLst>
          <pc:docMk/>
          <pc:sldMk cId="357929659" sldId="308"/>
        </pc:sldMkLst>
      </pc:sldChg>
      <pc:sldChg chg="del">
        <pc:chgData name="健 翁" userId="bedff36119963aae" providerId="LiveId" clId="{CF300918-065A-9645-A644-1F3E5DF2C9FA}" dt="2025-07-17T07:45:11.506" v="77" actId="2696"/>
        <pc:sldMkLst>
          <pc:docMk/>
          <pc:sldMk cId="2022982004" sldId="308"/>
        </pc:sldMkLst>
      </pc:sldChg>
      <pc:sldChg chg="del">
        <pc:chgData name="健 翁" userId="bedff36119963aae" providerId="LiveId" clId="{CF300918-065A-9645-A644-1F3E5DF2C9FA}" dt="2025-07-17T07:45:11.470" v="64" actId="2696"/>
        <pc:sldMkLst>
          <pc:docMk/>
          <pc:sldMk cId="1709060383" sldId="309"/>
        </pc:sldMkLst>
      </pc:sldChg>
      <pc:sldChg chg="addSp modSp new mod">
        <pc:chgData name="健 翁" userId="bedff36119963aae" providerId="LiveId" clId="{CF300918-065A-9645-A644-1F3E5DF2C9FA}" dt="2025-07-24T02:50:43.848" v="11669" actId="1076"/>
        <pc:sldMkLst>
          <pc:docMk/>
          <pc:sldMk cId="3562470980" sldId="309"/>
        </pc:sldMkLst>
      </pc:sldChg>
      <pc:sldChg chg="del">
        <pc:chgData name="健 翁" userId="bedff36119963aae" providerId="LiveId" clId="{CF300918-065A-9645-A644-1F3E5DF2C9FA}" dt="2025-07-17T07:45:11.489" v="74" actId="2696"/>
        <pc:sldMkLst>
          <pc:docMk/>
          <pc:sldMk cId="340457952" sldId="310"/>
        </pc:sldMkLst>
      </pc:sldChg>
      <pc:sldChg chg="addSp delSp modSp new mod">
        <pc:chgData name="健 翁" userId="bedff36119963aae" providerId="LiveId" clId="{CF300918-065A-9645-A644-1F3E5DF2C9FA}" dt="2025-07-23T15:02:32.095" v="11007" actId="20577"/>
        <pc:sldMkLst>
          <pc:docMk/>
          <pc:sldMk cId="462875382" sldId="310"/>
        </pc:sldMkLst>
      </pc:sldChg>
      <pc:sldChg chg="del">
        <pc:chgData name="健 翁" userId="bedff36119963aae" providerId="LiveId" clId="{CF300918-065A-9645-A644-1F3E5DF2C9FA}" dt="2025-07-17T07:45:11.541" v="93" actId="2696"/>
        <pc:sldMkLst>
          <pc:docMk/>
          <pc:sldMk cId="81617018" sldId="311"/>
        </pc:sldMkLst>
      </pc:sldChg>
      <pc:sldChg chg="del">
        <pc:chgData name="健 翁" userId="bedff36119963aae" providerId="LiveId" clId="{CF300918-065A-9645-A644-1F3E5DF2C9FA}" dt="2025-07-17T07:45:11.540" v="92" actId="2696"/>
        <pc:sldMkLst>
          <pc:docMk/>
          <pc:sldMk cId="1058168085" sldId="312"/>
        </pc:sldMkLst>
      </pc:sldChg>
      <pc:sldChg chg="del">
        <pc:chgData name="健 翁" userId="bedff36119963aae" providerId="LiveId" clId="{CF300918-065A-9645-A644-1F3E5DF2C9FA}" dt="2025-07-17T07:45:11.511" v="82" actId="2696"/>
        <pc:sldMkLst>
          <pc:docMk/>
          <pc:sldMk cId="1560113113" sldId="313"/>
        </pc:sldMkLst>
      </pc:sldChg>
      <pc:sldChg chg="del">
        <pc:chgData name="健 翁" userId="bedff36119963aae" providerId="LiveId" clId="{CF300918-065A-9645-A644-1F3E5DF2C9FA}" dt="2025-07-17T07:45:11.488" v="73" actId="2696"/>
        <pc:sldMkLst>
          <pc:docMk/>
          <pc:sldMk cId="2064878110" sldId="314"/>
        </pc:sldMkLst>
      </pc:sldChg>
      <pc:sldChg chg="modSp add mod">
        <pc:chgData name="健 翁" userId="bedff36119963aae" providerId="LiveId" clId="{CF300918-065A-9645-A644-1F3E5DF2C9FA}" dt="2025-07-23T15:05:32.931" v="11135" actId="1076"/>
        <pc:sldMkLst>
          <pc:docMk/>
          <pc:sldMk cId="3316186317" sldId="320"/>
        </pc:sldMkLst>
      </pc:sldChg>
      <pc:sldChg chg="modSp add mod">
        <pc:chgData name="健 翁" userId="bedff36119963aae" providerId="LiveId" clId="{CF300918-065A-9645-A644-1F3E5DF2C9FA}" dt="2025-07-23T15:06:34.440" v="11220" actId="1076"/>
        <pc:sldMkLst>
          <pc:docMk/>
          <pc:sldMk cId="318286734" sldId="321"/>
        </pc:sldMkLst>
      </pc:sldChg>
      <pc:sldChg chg="addSp delSp modSp new mod">
        <pc:chgData name="健 翁" userId="bedff36119963aae" providerId="LiveId" clId="{CF300918-065A-9645-A644-1F3E5DF2C9FA}" dt="2025-07-24T01:32:51.735" v="11479" actId="14100"/>
        <pc:sldMkLst>
          <pc:docMk/>
          <pc:sldMk cId="3237599614" sldId="322"/>
        </pc:sldMkLst>
      </pc:sldChg>
      <pc:sldChg chg="addSp delSp modSp new mod">
        <pc:chgData name="健 翁" userId="bedff36119963aae" providerId="LiveId" clId="{CF300918-065A-9645-A644-1F3E5DF2C9FA}" dt="2025-07-25T15:13:49.466" v="13795" actId="20577"/>
        <pc:sldMkLst>
          <pc:docMk/>
          <pc:sldMk cId="2686262393" sldId="323"/>
        </pc:sldMkLst>
      </pc:sldChg>
      <pc:sldChg chg="addSp modSp new mod">
        <pc:chgData name="健 翁" userId="bedff36119963aae" providerId="LiveId" clId="{CF300918-065A-9645-A644-1F3E5DF2C9FA}" dt="2025-07-24T03:03:31.237" v="12326" actId="1076"/>
        <pc:sldMkLst>
          <pc:docMk/>
          <pc:sldMk cId="1199047938" sldId="324"/>
        </pc:sldMkLst>
      </pc:sldChg>
      <pc:sldChg chg="addSp modSp add mod">
        <pc:chgData name="健 翁" userId="bedff36119963aae" providerId="LiveId" clId="{CF300918-065A-9645-A644-1F3E5DF2C9FA}" dt="2025-07-24T02:59:46.585" v="12285" actId="14100"/>
        <pc:sldMkLst>
          <pc:docMk/>
          <pc:sldMk cId="1191708241" sldId="325"/>
        </pc:sldMkLst>
      </pc:sldChg>
      <pc:sldChg chg="addSp modSp new mod">
        <pc:chgData name="健 翁" userId="bedff36119963aae" providerId="LiveId" clId="{CF300918-065A-9645-A644-1F3E5DF2C9FA}" dt="2025-07-25T14:02:30.076" v="13155" actId="20577"/>
        <pc:sldMkLst>
          <pc:docMk/>
          <pc:sldMk cId="1117928642" sldId="326"/>
        </pc:sldMkLst>
      </pc:sldChg>
      <pc:sldChg chg="addSp modSp new mod ord">
        <pc:chgData name="健 翁" userId="bedff36119963aae" providerId="LiveId" clId="{CF300918-065A-9645-A644-1F3E5DF2C9FA}" dt="2025-07-26T03:35:21.335" v="14142" actId="20577"/>
        <pc:sldMkLst>
          <pc:docMk/>
          <pc:sldMk cId="2375442237" sldId="327"/>
        </pc:sldMkLst>
      </pc:sldChg>
      <pc:sldChg chg="addSp delSp modSp new mod">
        <pc:chgData name="健 翁" userId="bedff36119963aae" providerId="LiveId" clId="{CF300918-065A-9645-A644-1F3E5DF2C9FA}" dt="2025-07-25T14:54:35.990" v="13514" actId="1076"/>
        <pc:sldMkLst>
          <pc:docMk/>
          <pc:sldMk cId="2117885278" sldId="328"/>
        </pc:sldMkLst>
      </pc:sldChg>
      <pc:sldChg chg="addSp delSp modSp new mod">
        <pc:chgData name="健 翁" userId="bedff36119963aae" providerId="LiveId" clId="{CF300918-065A-9645-A644-1F3E5DF2C9FA}" dt="2025-07-25T15:00:07.830" v="13780" actId="1076"/>
        <pc:sldMkLst>
          <pc:docMk/>
          <pc:sldMk cId="1464546415" sldId="329"/>
        </pc:sldMkLst>
      </pc:sldChg>
      <pc:sldChg chg="addSp modSp new mod">
        <pc:chgData name="健 翁" userId="bedff36119963aae" providerId="LiveId" clId="{CF300918-065A-9645-A644-1F3E5DF2C9FA}" dt="2025-07-26T06:43:38.768" v="16939" actId="14100"/>
        <pc:sldMkLst>
          <pc:docMk/>
          <pc:sldMk cId="879225925" sldId="330"/>
        </pc:sldMkLst>
      </pc:sldChg>
      <pc:sldChg chg="delSp new del mod">
        <pc:chgData name="健 翁" userId="bedff36119963aae" providerId="LiveId" clId="{CF300918-065A-9645-A644-1F3E5DF2C9FA}" dt="2025-07-26T04:49:23.861" v="14146" actId="2696"/>
        <pc:sldMkLst>
          <pc:docMk/>
          <pc:sldMk cId="94458872" sldId="331"/>
        </pc:sldMkLst>
      </pc:sldChg>
      <pc:sldChg chg="addSp delSp modSp add mod">
        <pc:chgData name="健 翁" userId="bedff36119963aae" providerId="LiveId" clId="{CF300918-065A-9645-A644-1F3E5DF2C9FA}" dt="2025-07-26T05:44:22.369" v="15646" actId="1076"/>
        <pc:sldMkLst>
          <pc:docMk/>
          <pc:sldMk cId="2051713826" sldId="332"/>
        </pc:sldMkLst>
      </pc:sldChg>
      <pc:sldChg chg="addSp delSp modSp add mod">
        <pc:chgData name="健 翁" userId="bedff36119963aae" providerId="LiveId" clId="{CF300918-065A-9645-A644-1F3E5DF2C9FA}" dt="2025-07-26T05:47:05.222" v="15733" actId="1076"/>
        <pc:sldMkLst>
          <pc:docMk/>
          <pc:sldMk cId="3630734931" sldId="333"/>
        </pc:sldMkLst>
      </pc:sldChg>
      <pc:sldChg chg="modSp add del mod">
        <pc:chgData name="健 翁" userId="bedff36119963aae" providerId="LiveId" clId="{CF300918-065A-9645-A644-1F3E5DF2C9FA}" dt="2025-07-26T05:00:33.739" v="14553" actId="2696"/>
        <pc:sldMkLst>
          <pc:docMk/>
          <pc:sldMk cId="2744023323" sldId="334"/>
        </pc:sldMkLst>
      </pc:sldChg>
      <pc:sldChg chg="addSp modSp add del mod">
        <pc:chgData name="健 翁" userId="bedff36119963aae" providerId="LiveId" clId="{CF300918-065A-9645-A644-1F3E5DF2C9FA}" dt="2025-07-26T05:09:25.400" v="14766" actId="2696"/>
        <pc:sldMkLst>
          <pc:docMk/>
          <pc:sldMk cId="2968408552" sldId="335"/>
        </pc:sldMkLst>
      </pc:sldChg>
      <pc:sldChg chg="addSp delSp modSp add del mod">
        <pc:chgData name="健 翁" userId="bedff36119963aae" providerId="LiveId" clId="{CF300918-065A-9645-A644-1F3E5DF2C9FA}" dt="2025-07-26T05:09:34.322" v="14768" actId="2696"/>
        <pc:sldMkLst>
          <pc:docMk/>
          <pc:sldMk cId="2296324384" sldId="336"/>
        </pc:sldMkLst>
      </pc:sldChg>
      <pc:sldChg chg="addSp delSp modSp add mod">
        <pc:chgData name="健 翁" userId="bedff36119963aae" providerId="LiveId" clId="{CF300918-065A-9645-A644-1F3E5DF2C9FA}" dt="2025-07-26T05:45:34.256" v="15689" actId="1076"/>
        <pc:sldMkLst>
          <pc:docMk/>
          <pc:sldMk cId="1931790064" sldId="337"/>
        </pc:sldMkLst>
      </pc:sldChg>
      <pc:sldChg chg="addSp delSp modSp add mod ord modAnim">
        <pc:chgData name="健 翁" userId="bedff36119963aae" providerId="LiveId" clId="{CF300918-065A-9645-A644-1F3E5DF2C9FA}" dt="2025-07-26T06:51:31.740" v="17461"/>
        <pc:sldMkLst>
          <pc:docMk/>
          <pc:sldMk cId="818084614" sldId="338"/>
        </pc:sldMkLst>
      </pc:sldChg>
      <pc:sldChg chg="addSp delSp modSp add mod">
        <pc:chgData name="健 翁" userId="bedff36119963aae" providerId="LiveId" clId="{CF300918-065A-9645-A644-1F3E5DF2C9FA}" dt="2025-07-26T05:46:40.271" v="15731" actId="1076"/>
        <pc:sldMkLst>
          <pc:docMk/>
          <pc:sldMk cId="3462059791" sldId="339"/>
        </pc:sldMkLst>
      </pc:sldChg>
      <pc:sldChg chg="addSp delSp modSp add mod">
        <pc:chgData name="健 翁" userId="bedff36119963aae" providerId="LiveId" clId="{CF300918-065A-9645-A644-1F3E5DF2C9FA}" dt="2025-07-26T06:22:53.379" v="16174" actId="1076"/>
        <pc:sldMkLst>
          <pc:docMk/>
          <pc:sldMk cId="2101618085" sldId="340"/>
        </pc:sldMkLst>
      </pc:sldChg>
      <pc:sldChg chg="addSp delSp modSp new mod">
        <pc:chgData name="健 翁" userId="bedff36119963aae" providerId="LiveId" clId="{CF300918-065A-9645-A644-1F3E5DF2C9FA}" dt="2025-07-26T06:40:07.687" v="16414" actId="20577"/>
        <pc:sldMkLst>
          <pc:docMk/>
          <pc:sldMk cId="1193814050" sldId="341"/>
        </pc:sldMkLst>
      </pc:sldChg>
      <pc:sldChg chg="addSp delSp modSp new mod">
        <pc:chgData name="健 翁" userId="bedff36119963aae" providerId="LiveId" clId="{CF300918-065A-9645-A644-1F3E5DF2C9FA}" dt="2025-07-26T06:52:10.270" v="17470" actId="14100"/>
        <pc:sldMkLst>
          <pc:docMk/>
          <pc:sldMk cId="4175987222" sldId="342"/>
        </pc:sldMkLst>
      </pc:sldChg>
      <pc:sldChg chg="modSp add mod">
        <pc:chgData name="健 翁" userId="bedff36119963aae" providerId="LiveId" clId="{CF300918-065A-9645-A644-1F3E5DF2C9FA}" dt="2025-07-26T06:49:10.753" v="17452" actId="20577"/>
        <pc:sldMkLst>
          <pc:docMk/>
          <pc:sldMk cId="2776245796" sldId="343"/>
        </pc:sldMkLst>
      </pc:sldChg>
      <pc:sldChg chg="modSp new mod">
        <pc:chgData name="健 翁" userId="bedff36119963aae" providerId="LiveId" clId="{CF300918-065A-9645-A644-1F3E5DF2C9FA}" dt="2025-07-26T07:29:52.084" v="18066" actId="14100"/>
        <pc:sldMkLst>
          <pc:docMk/>
          <pc:sldMk cId="2432179574" sldId="344"/>
        </pc:sldMkLst>
      </pc:sldChg>
      <pc:sldChg chg="modSp new mod">
        <pc:chgData name="健 翁" userId="bedff36119963aae" providerId="LiveId" clId="{CF300918-065A-9645-A644-1F3E5DF2C9FA}" dt="2025-07-26T07:28:15.827" v="17884" actId="14100"/>
        <pc:sldMkLst>
          <pc:docMk/>
          <pc:sldMk cId="762389586" sldId="345"/>
        </pc:sldMkLst>
      </pc:sldChg>
      <pc:sldChg chg="addSp modSp new mod">
        <pc:chgData name="健 翁" userId="bedff36119963aae" providerId="LiveId" clId="{CF300918-065A-9645-A644-1F3E5DF2C9FA}" dt="2025-07-26T07:32:22.347" v="18231" actId="1076"/>
        <pc:sldMkLst>
          <pc:docMk/>
          <pc:sldMk cId="1311195133" sldId="346"/>
        </pc:sldMkLst>
      </pc:sldChg>
      <pc:sldChg chg="addSp modSp new mod">
        <pc:chgData name="健 翁" userId="bedff36119963aae" providerId="LiveId" clId="{CF300918-065A-9645-A644-1F3E5DF2C9FA}" dt="2025-07-26T07:44:06.122" v="18935" actId="313"/>
        <pc:sldMkLst>
          <pc:docMk/>
          <pc:sldMk cId="1619945682" sldId="347"/>
        </pc:sldMkLst>
      </pc:sldChg>
      <pc:sldChg chg="modSp add mod">
        <pc:chgData name="健 翁" userId="bedff36119963aae" providerId="LiveId" clId="{CF300918-065A-9645-A644-1F3E5DF2C9FA}" dt="2025-07-26T07:41:11.914" v="18717" actId="20577"/>
        <pc:sldMkLst>
          <pc:docMk/>
          <pc:sldMk cId="2899359924" sldId="348"/>
        </pc:sldMkLst>
      </pc:sldChg>
      <pc:sldChg chg="modSp add mod">
        <pc:chgData name="健 翁" userId="bedff36119963aae" providerId="LiveId" clId="{CF300918-065A-9645-A644-1F3E5DF2C9FA}" dt="2025-07-26T07:43:23.379" v="18844" actId="14100"/>
        <pc:sldMkLst>
          <pc:docMk/>
          <pc:sldMk cId="2930915411" sldId="34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7F3D23-339C-D640-B5A8-EB8D97B58FB0}" type="datetimeFigureOut">
              <a:rPr lang="en-CN" smtClean="0"/>
              <a:t>2026/2/12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5693A3-C0E7-7E4C-8380-0FEBFDB6F11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33007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93A3-C0E7-7E4C-8380-0FEBFDB6F117}" type="slidenum">
              <a:rPr lang="en-CN" smtClean="0"/>
              <a:t>11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548189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93A3-C0E7-7E4C-8380-0FEBFDB6F117}" type="slidenum">
              <a:rPr lang="en-CN" smtClean="0"/>
              <a:t>20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83495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93A3-C0E7-7E4C-8380-0FEBFDB6F117}" type="slidenum">
              <a:rPr lang="en-CN" smtClean="0"/>
              <a:t>27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43201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93A3-C0E7-7E4C-8380-0FEBFDB6F117}" type="slidenum">
              <a:rPr lang="en-CN" smtClean="0"/>
              <a:t>28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069906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F4E19-4B31-D201-BC23-3984375C6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DBFED6-2081-908A-02E9-ABD6227A30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370464-500A-C047-EB58-FE730F2207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4FD39C-9F3D-41FE-8F9E-7F9BBA9485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93A3-C0E7-7E4C-8380-0FEBFDB6F117}" type="slidenum">
              <a:rPr lang="en-CN" smtClean="0"/>
              <a:t>29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54049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23898-2697-0204-736B-B256CA293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98B4E8-0CCA-362E-BBFB-C4C16B4D4F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A1B80B-A5BC-F8BC-6CEC-67C653192C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BFCBB-51A9-69AB-0D80-8409F5DDF8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93A3-C0E7-7E4C-8380-0FEBFDB6F117}" type="slidenum">
              <a:rPr lang="en-CN" smtClean="0"/>
              <a:t>30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564733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AA88E-71BD-37EB-5BD6-AAEF3A7C7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C3579D-47D6-8CB4-BAEE-91E9C726CD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57361A-F4BC-501C-AFC1-E33A78B929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161D1F-8381-6F2B-6F0C-73DE0ED41E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93A3-C0E7-7E4C-8380-0FEBFDB6F117}" type="slidenum">
              <a:rPr lang="en-CN" smtClean="0"/>
              <a:t>35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502970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3E86C-6234-4689-C7C5-83197D3E2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586166-FDC2-87F4-70D8-2849BD1CFB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BB3AC8-9354-16B0-CD1A-35833FBEB3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563AD-1405-6535-BE08-2A35522C32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93A3-C0E7-7E4C-8380-0FEBFDB6F117}" type="slidenum">
              <a:rPr lang="en-CN" smtClean="0"/>
              <a:t>36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9069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2FCF8-84EB-3BB0-F995-671E92F2D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B7CEA7-B4C5-ED94-CB6F-CA666FFC1F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21A3E2-5DAC-56A6-CB89-9CD37B3678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30165F-B10B-3857-C9AA-3BE51D18DA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93A3-C0E7-7E4C-8380-0FEBFDB6F117}" type="slidenum">
              <a:rPr lang="en-CN" smtClean="0"/>
              <a:t>37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029799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3D619-C4A7-6188-2122-41A7DACEF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93C639-E6FC-B375-6691-61FC6DA892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84056C-6D24-0592-FE92-361FFCC316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AB655E-F94B-D73A-CFDB-93F9D76553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93A3-C0E7-7E4C-8380-0FEBFDB6F117}" type="slidenum">
              <a:rPr lang="en-CN" smtClean="0"/>
              <a:t>38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328122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  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93A3-C0E7-7E4C-8380-0FEBFDB6F117}" type="slidenum">
              <a:rPr lang="en-CN" smtClean="0"/>
              <a:t>41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149210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E2388-6CDC-5E22-0B93-803B43C13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A1DB7A-10DB-AD9B-9ADF-01EF0C2950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CEC4BA-434F-949D-06FA-C5B257CE44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211BBF-FF0D-88DF-71ED-AD743B4082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93A3-C0E7-7E4C-8380-0FEBFDB6F117}" type="slidenum">
              <a:rPr lang="en-CN" smtClean="0"/>
              <a:t>45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00680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B0527-0AB1-6FD3-01C4-AEA70947AF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E0A8F8-16A9-E449-B9F5-C628896CD7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93241-F87B-5064-19E2-35F447D07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D48F7-649C-AB48-9AB8-1FDD9226631F}" type="datetime1">
              <a:rPr lang="en-US" smtClean="0"/>
              <a:t>2/12/26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8319F-2078-5048-A2B2-0E03DCFC5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DABC3-2684-DE81-E1C9-6E361462A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88371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24359-285B-6A9B-9E6C-C53E771A9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7F8FE-8C12-A18E-E324-A1CC8E8DE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F8436-41F9-CC29-9621-C7C753E89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F3092-7FAC-834C-A8AA-5A3530E11949}" type="datetime1">
              <a:rPr lang="en-US" smtClean="0"/>
              <a:t>2/12/26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49B2D-B5C1-5FE5-4EE1-236831139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8B6F1-A8EE-6819-13A6-9CED11A07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09731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4CEAF-5E15-76E6-68A1-5259ED318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CBEC56-86A6-44D3-F7E8-369C7A5AD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6BFF9-015A-9B86-6EC7-CB5ECB20D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CC433-F9FF-0345-8019-E4497C845352}" type="datetime1">
              <a:rPr lang="en-US" smtClean="0"/>
              <a:t>2/12/26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3BA4A-E94D-63F4-D69E-400E3A2A4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1CFBD-123C-058B-5693-E35CE4EEC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73447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B1042-16A0-244C-46E9-0D59B78B8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936EC-3DF2-6E76-3309-DDA14AAA92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11567F-3C2C-6CBD-14AF-039E6FDC8F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664D9A-F8B7-DBE8-36D8-F32B96DB6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5D366-FFFA-B147-9258-4861719053FB}" type="datetime1">
              <a:rPr lang="en-US" smtClean="0"/>
              <a:t>2/12/26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5DFE50-03DE-C28D-0871-B701ED0EF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0B2954-AB1D-3539-89CD-566EBCDEA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2561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C59FD-5D84-55F8-1B28-B9A51E581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EFA2F-ABC2-6409-81E3-BE0011453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6D76F2-089D-81FF-F167-BCFF181C27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3E177A-A63B-E588-2089-9026CEE0DB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E14E71-A4E0-7EA6-895E-F34E6F602A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C6A34C-BD95-2AE7-AC16-5531D37B1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ADE0D-5B8D-DB40-895D-E5FCE0886E8D}" type="datetime1">
              <a:rPr lang="en-US" smtClean="0"/>
              <a:t>2/12/26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9C0AC2-3FDD-F347-DE17-088D8AB3D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2313BC-2780-B485-E3F7-3FC9C7753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10728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D1D45-6CAE-85D9-DBFB-B409D31B5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F694D7-BFF1-5E96-35F4-376A4572D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B82DC-BD87-6B4A-98BA-A7971197314C}" type="datetime1">
              <a:rPr lang="en-US" smtClean="0"/>
              <a:t>2/12/26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B65F70-EE21-59BF-0AB8-94DC38D2C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A6DE52-03CD-99BB-E72A-E835C7714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8753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BF44AC-51C6-E0D5-9BB9-A0F0D0F1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4C311-90C3-E449-8FEE-551400CE0A48}" type="datetime1">
              <a:rPr lang="en-US" smtClean="0"/>
              <a:t>2/12/26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A5B6B-3A65-2837-F2F6-D1AA9244A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51ED80-88E9-12CE-0DB4-84BA9BFD8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25635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E6E50-45BF-CBBE-CD5A-26FDDEE8F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B060E-6818-95D5-4C9B-8C52F0E84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345480-7A4D-CF80-E859-8D1031184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77817-D4E9-6EB0-CAD0-0BF3203F3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6AB97-DC85-3744-9873-6A037013963D}" type="datetime1">
              <a:rPr lang="en-US" smtClean="0"/>
              <a:t>2/12/26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2F38B7-884A-4842-289D-A6B5E1F68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8A1E57-CB15-EE5A-12BD-F9EE02DDD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09242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96872-C52B-4E6F-653D-17A66F32F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544078-A746-842E-509A-86B8C4C25A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4BBBCA-1DBC-63CB-E6CD-2574FBDD67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7B6C33-3978-6B5E-54B0-3C3CC52FE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A50D-0F51-7841-A4F4-9895D83F09C3}" type="datetime1">
              <a:rPr lang="en-US" smtClean="0"/>
              <a:t>2/12/26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77A50-0DC7-CF3E-A7AB-A31D99E5A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B2BD88-5012-8D34-F9F2-A9F982FF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87013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03DD4-F860-8677-0AC8-A0D7DB1A9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62869A-5862-FF51-5312-1DC44F219A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218FD-5790-7FFF-6076-70ADE47F9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6DB72-6217-2B48-8539-C13FF9AF95E7}" type="datetime1">
              <a:rPr lang="en-US" smtClean="0"/>
              <a:t>2/12/26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F19B-1F05-48C8-1952-7E17AD15D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AF63F-79B2-09AA-F4D8-884173127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84271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B96547-D96A-F7E9-85AE-77755F8094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55F6F5-4F5B-88CC-0CDF-3C2D2816AD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A6939-758D-20FA-F705-6F74395DE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6DBAF-1040-F14A-9B4F-23289B8025D6}" type="datetime1">
              <a:rPr lang="en-US" smtClean="0"/>
              <a:t>2/12/26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77995-A8A6-FBE8-EC1A-5F9DB896E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B8961-45F4-8101-01A5-EA27142DF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33970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A9F077-570B-6C0E-07A4-B3C938E35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1BA811-2DB2-E042-DC88-F734662D8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0B2EDD-FC0B-6EAF-2988-2C47B77446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17020A-B5E0-834B-AC42-C0E35E846C1C}" type="datetime1">
              <a:rPr lang="en-US" smtClean="0"/>
              <a:t>2/12/26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8DCFD-6C39-A8BA-B2D2-413B93994E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86495-3AC1-8D24-AF30-A7813EEC44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/>
                </a:solidFill>
              </a:defRPr>
            </a:lvl1pPr>
          </a:lstStyle>
          <a:p>
            <a:fld id="{DAE40957-62BF-4542-96BE-69EFFC00C212}" type="slidenum">
              <a:rPr lang="en-CN" smtClean="0"/>
              <a:pPr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20015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F2347-E3F6-CFCC-5A12-7103783493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6413" y="607884"/>
            <a:ext cx="10599174" cy="1792149"/>
          </a:xfrm>
        </p:spPr>
        <p:txBody>
          <a:bodyPr>
            <a:normAutofit/>
          </a:bodyPr>
          <a:lstStyle/>
          <a:p>
            <a:r>
              <a:rPr lang="en-CN" altLang="zh-CN" sz="6400" dirty="0"/>
              <a:t>A</a:t>
            </a:r>
            <a:r>
              <a:rPr lang="en-US" altLang="zh-CN" sz="6400" dirty="0"/>
              <a:t>n</a:t>
            </a:r>
            <a:r>
              <a:rPr lang="zh-CN" altLang="en-US" sz="6400" dirty="0"/>
              <a:t> </a:t>
            </a:r>
            <a:r>
              <a:rPr lang="en-US" altLang="zh-CN" sz="6400" dirty="0"/>
              <a:t>Intro</a:t>
            </a:r>
            <a:r>
              <a:rPr lang="zh-CN" altLang="en-US" sz="6400" dirty="0"/>
              <a:t> </a:t>
            </a:r>
            <a:r>
              <a:rPr lang="en-US" altLang="zh-CN" sz="6400" dirty="0"/>
              <a:t>to</a:t>
            </a:r>
            <a:r>
              <a:rPr lang="zh-CN" altLang="en-US" sz="6400" dirty="0"/>
              <a:t> </a:t>
            </a:r>
            <a:r>
              <a:rPr lang="en-US" altLang="zh-CN" sz="6400" dirty="0"/>
              <a:t>Computer</a:t>
            </a:r>
            <a:r>
              <a:rPr lang="zh-CN" altLang="en-US" sz="6400" dirty="0"/>
              <a:t> </a:t>
            </a:r>
            <a:r>
              <a:rPr lang="en-US" altLang="zh-CN" sz="6400" dirty="0"/>
              <a:t>System</a:t>
            </a:r>
            <a:endParaRPr lang="en-CN" sz="6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F74E28-D220-4064-CDD0-A71939DF42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215360"/>
            <a:ext cx="9144000" cy="1792149"/>
          </a:xfrm>
        </p:spPr>
        <p:txBody>
          <a:bodyPr>
            <a:noAutofit/>
          </a:bodyPr>
          <a:lstStyle/>
          <a:p>
            <a:r>
              <a:rPr lang="en-US" altLang="zh-CN" sz="3200" dirty="0"/>
              <a:t>Jian</a:t>
            </a:r>
            <a:r>
              <a:rPr lang="zh-CN" altLang="en-US" sz="3200" dirty="0"/>
              <a:t> </a:t>
            </a:r>
            <a:r>
              <a:rPr lang="en-US" altLang="zh-CN" sz="3200" dirty="0"/>
              <a:t>Weng</a:t>
            </a:r>
          </a:p>
          <a:p>
            <a:r>
              <a:rPr lang="en-US" altLang="zh-CN" sz="3200" dirty="0"/>
              <a:t>Computer</a:t>
            </a:r>
            <a:r>
              <a:rPr lang="zh-CN" altLang="en-US" sz="3200" dirty="0"/>
              <a:t> </a:t>
            </a:r>
            <a:r>
              <a:rPr lang="en-US" altLang="zh-CN" sz="3200" dirty="0"/>
              <a:t>Science</a:t>
            </a:r>
          </a:p>
          <a:p>
            <a:r>
              <a:rPr lang="en-US" altLang="zh-CN" sz="3200" dirty="0"/>
              <a:t>CEMSE,</a:t>
            </a:r>
            <a:r>
              <a:rPr lang="zh-CN" altLang="en-US" sz="3200" dirty="0"/>
              <a:t> </a:t>
            </a:r>
            <a:r>
              <a:rPr lang="en-US" altLang="zh-CN" sz="3200" dirty="0"/>
              <a:t>KAUST</a:t>
            </a:r>
            <a:endParaRPr lang="en-CN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02F3AF-CF59-805E-7400-E939F549474B}"/>
              </a:ext>
            </a:extLst>
          </p:cNvPr>
          <p:cNvSpPr txBox="1"/>
          <p:nvPr/>
        </p:nvSpPr>
        <p:spPr>
          <a:xfrm>
            <a:off x="3179568" y="2522866"/>
            <a:ext cx="58328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/>
              <a:t>W3D2:</a:t>
            </a:r>
            <a:r>
              <a:rPr lang="zh-CN" altLang="en-US" sz="4800" dirty="0"/>
              <a:t> </a:t>
            </a:r>
            <a:r>
              <a:rPr lang="en-US" altLang="zh-CN" sz="4800" dirty="0"/>
              <a:t>A</a:t>
            </a:r>
            <a:r>
              <a:rPr lang="zh-CN" altLang="en-US" sz="4800" dirty="0"/>
              <a:t> </a:t>
            </a:r>
            <a:r>
              <a:rPr lang="en-US" altLang="zh-CN" sz="4800" dirty="0"/>
              <a:t>Deeper</a:t>
            </a:r>
            <a:r>
              <a:rPr lang="zh-CN" altLang="en-US" sz="4800" dirty="0"/>
              <a:t> </a:t>
            </a:r>
            <a:r>
              <a:rPr lang="en-US" altLang="zh-CN" sz="4800" dirty="0"/>
              <a:t>Tour</a:t>
            </a:r>
            <a:r>
              <a:rPr lang="zh-CN" altLang="en-US" sz="4800" dirty="0"/>
              <a:t> </a:t>
            </a:r>
            <a:r>
              <a:rPr lang="en-US" altLang="zh-CN" sz="4800" dirty="0"/>
              <a:t>to</a:t>
            </a:r>
            <a:r>
              <a:rPr lang="zh-CN" altLang="en-US" sz="4800" dirty="0"/>
              <a:t> </a:t>
            </a:r>
            <a:r>
              <a:rPr lang="en-US" altLang="zh-CN" sz="4800" dirty="0"/>
              <a:t>Binaries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85DF1-5BFA-EB71-5739-E85C96F38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83929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708C4-4EFF-9AC6-D0BD-1859B85AB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N" sz="5400" dirty="0"/>
              <a:t>Ro</a:t>
            </a:r>
            <a:r>
              <a:rPr lang="en-US" altLang="zh-CN" sz="5400" dirty="0" err="1"/>
              <a:t>admap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C2E08-44E9-7B81-5ABC-68D0F6726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4000" b="1" dirty="0"/>
              <a:t>Cleanup</a:t>
            </a:r>
            <a:r>
              <a:rPr lang="zh-CN" altLang="en-US" sz="4000" b="1" dirty="0"/>
              <a:t> </a:t>
            </a:r>
            <a:r>
              <a:rPr lang="en-US" altLang="zh-CN" sz="4000" b="1" dirty="0"/>
              <a:t>what</a:t>
            </a:r>
            <a:r>
              <a:rPr lang="zh-CN" altLang="en-US" sz="4000" b="1" dirty="0"/>
              <a:t> </a:t>
            </a:r>
            <a:r>
              <a:rPr lang="en-US" altLang="zh-CN" sz="4000" b="1" dirty="0"/>
              <a:t>we</a:t>
            </a:r>
            <a:r>
              <a:rPr lang="zh-CN" altLang="en-US" sz="4000" b="1" dirty="0"/>
              <a:t> </a:t>
            </a:r>
            <a:r>
              <a:rPr lang="en-US" altLang="zh-CN" sz="4000" b="1" dirty="0"/>
              <a:t>had</a:t>
            </a:r>
            <a:r>
              <a:rPr lang="zh-CN" altLang="en-US" sz="4000" b="1" dirty="0"/>
              <a:t> </a:t>
            </a:r>
            <a:r>
              <a:rPr lang="en-US" altLang="zh-CN" sz="4000" b="1" dirty="0"/>
              <a:t>last</a:t>
            </a:r>
            <a:r>
              <a:rPr lang="zh-CN" altLang="en-US" sz="4000" b="1" dirty="0"/>
              <a:t> </a:t>
            </a:r>
            <a:r>
              <a:rPr lang="en-US" altLang="zh-CN" sz="4000" b="1" dirty="0"/>
              <a:t>class</a:t>
            </a:r>
          </a:p>
          <a:p>
            <a:pPr lvl="1"/>
            <a:r>
              <a:rPr lang="en-US" altLang="zh-CN" sz="3600" b="1" dirty="0"/>
              <a:t>How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to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use</a:t>
            </a:r>
            <a:r>
              <a:rPr lang="zh-CN" altLang="en-US" sz="3600" b="1" dirty="0"/>
              <a:t> </a:t>
            </a:r>
            <a:r>
              <a:rPr lang="en-US" altLang="zh-CN" sz="3600" b="1" dirty="0" err="1"/>
              <a:t>CMake</a:t>
            </a:r>
            <a:endParaRPr lang="en-US" altLang="zh-CN" sz="3600" b="1" dirty="0"/>
          </a:p>
          <a:p>
            <a:r>
              <a:rPr lang="en-US" altLang="zh-CN" sz="4000" b="1" dirty="0">
                <a:solidFill>
                  <a:schemeClr val="bg1">
                    <a:lumMod val="65000"/>
                  </a:schemeClr>
                </a:solidFill>
              </a:rPr>
              <a:t>A</a:t>
            </a:r>
            <a:r>
              <a:rPr lang="zh-CN" altLang="en-US" sz="40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sz="4000" b="1" dirty="0">
                <a:solidFill>
                  <a:schemeClr val="bg1">
                    <a:lumMod val="65000"/>
                  </a:schemeClr>
                </a:solidFill>
              </a:rPr>
              <a:t>deeper</a:t>
            </a:r>
            <a:r>
              <a:rPr lang="zh-CN" altLang="en-US" sz="40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sz="4000" b="1" dirty="0">
                <a:solidFill>
                  <a:schemeClr val="bg1">
                    <a:lumMod val="65000"/>
                  </a:schemeClr>
                </a:solidFill>
              </a:rPr>
              <a:t>tour</a:t>
            </a:r>
            <a:r>
              <a:rPr lang="zh-CN" altLang="en-US" sz="40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sz="4000" b="1" dirty="0">
                <a:solidFill>
                  <a:schemeClr val="bg1">
                    <a:lumMod val="65000"/>
                  </a:schemeClr>
                </a:solidFill>
              </a:rPr>
              <a:t>to</a:t>
            </a:r>
            <a:r>
              <a:rPr lang="zh-CN" altLang="en-US" sz="40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sz="4000" b="1" dirty="0">
                <a:solidFill>
                  <a:schemeClr val="bg1">
                    <a:lumMod val="65000"/>
                  </a:schemeClr>
                </a:solidFill>
              </a:rPr>
              <a:t>binaries</a:t>
            </a:r>
          </a:p>
          <a:p>
            <a:pPr lvl="1"/>
            <a:r>
              <a:rPr lang="en-US" altLang="zh-CN" sz="3600" b="1" dirty="0">
                <a:solidFill>
                  <a:schemeClr val="bg1">
                    <a:lumMod val="65000"/>
                  </a:schemeClr>
                </a:solidFill>
              </a:rPr>
              <a:t>What</a:t>
            </a:r>
            <a:r>
              <a:rPr lang="zh-CN" altLang="en-US" sz="3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sz="3600" b="1" dirty="0">
                <a:solidFill>
                  <a:schemeClr val="bg1">
                    <a:lumMod val="65000"/>
                  </a:schemeClr>
                </a:solidFill>
              </a:rPr>
              <a:t>are</a:t>
            </a:r>
            <a:r>
              <a:rPr lang="zh-CN" altLang="en-US" sz="3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sz="3600" b="1" dirty="0">
                <a:solidFill>
                  <a:schemeClr val="bg1">
                    <a:lumMod val="65000"/>
                  </a:schemeClr>
                </a:solidFill>
              </a:rPr>
              <a:t>in</a:t>
            </a:r>
            <a:r>
              <a:rPr lang="zh-CN" altLang="en-US" sz="3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sz="3600" b="1" dirty="0">
                <a:solidFill>
                  <a:schemeClr val="bg1">
                    <a:lumMod val="65000"/>
                  </a:schemeClr>
                </a:solidFill>
              </a:rPr>
              <a:t>a</a:t>
            </a:r>
            <a:r>
              <a:rPr lang="zh-CN" altLang="en-US" sz="3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sz="3600" b="1" dirty="0">
                <a:solidFill>
                  <a:schemeClr val="bg1">
                    <a:lumMod val="65000"/>
                  </a:schemeClr>
                </a:solidFill>
              </a:rPr>
              <a:t>binary</a:t>
            </a:r>
            <a:r>
              <a:rPr lang="zh-CN" altLang="en-US" sz="3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sz="3600" b="1" dirty="0">
                <a:solidFill>
                  <a:schemeClr val="bg1">
                    <a:lumMod val="65000"/>
                  </a:schemeClr>
                </a:solidFill>
              </a:rPr>
              <a:t>executable?</a:t>
            </a:r>
            <a:endParaRPr lang="en-CN" sz="36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26D100-C499-7902-71A9-B96DA2CCA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73723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1E92A-10D0-ACDB-DA82-C3A931773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746" y="303379"/>
            <a:ext cx="11662612" cy="1325563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Recap:</a:t>
            </a:r>
            <a:r>
              <a:rPr lang="zh-CN" altLang="en-US" sz="5400" dirty="0"/>
              <a:t> </a:t>
            </a:r>
            <a:r>
              <a:rPr lang="en-US" altLang="zh-CN" sz="5400" dirty="0"/>
              <a:t>Compiling</a:t>
            </a:r>
            <a:r>
              <a:rPr lang="zh-CN" altLang="en-US" sz="5400" dirty="0"/>
              <a:t> </a:t>
            </a:r>
            <a:r>
              <a:rPr lang="en-US" altLang="zh-CN" sz="5400" dirty="0"/>
              <a:t>a</a:t>
            </a:r>
            <a:r>
              <a:rPr lang="zh-CN" altLang="en-US" sz="5400" dirty="0"/>
              <a:t> </a:t>
            </a:r>
            <a:r>
              <a:rPr lang="en-US" altLang="zh-CN" sz="5400" dirty="0"/>
              <a:t>REAL</a:t>
            </a:r>
            <a:r>
              <a:rPr lang="zh-CN" altLang="en-US" sz="5400" dirty="0"/>
              <a:t> </a:t>
            </a:r>
            <a:r>
              <a:rPr lang="en-US" altLang="zh-CN" sz="5400" dirty="0"/>
              <a:t>C/C++</a:t>
            </a:r>
            <a:r>
              <a:rPr lang="zh-CN" altLang="en-US" sz="5400" dirty="0"/>
              <a:t> </a:t>
            </a:r>
            <a:r>
              <a:rPr lang="en-US" altLang="zh-CN" sz="5400" dirty="0"/>
              <a:t>Project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5F09D-C679-9926-EB79-E0109CE29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746" y="1909847"/>
            <a:ext cx="11819021" cy="4021722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Understanding</a:t>
            </a:r>
            <a:r>
              <a:rPr lang="zh-CN" altLang="en-US" sz="3600" dirty="0"/>
              <a:t> </a:t>
            </a:r>
            <a:r>
              <a:rPr lang="en-US" altLang="zh-CN" sz="3600" dirty="0"/>
              <a:t>several</a:t>
            </a:r>
            <a:r>
              <a:rPr lang="zh-CN" altLang="en-US" sz="3600" dirty="0"/>
              <a:t> </a:t>
            </a:r>
            <a:r>
              <a:rPr lang="en-US" altLang="zh-CN" sz="3600" dirty="0"/>
              <a:t>additional</a:t>
            </a:r>
            <a:r>
              <a:rPr lang="zh-CN" altLang="en-US" sz="3600" dirty="0"/>
              <a:t> </a:t>
            </a:r>
            <a:r>
              <a:rPr lang="en-US" altLang="zh-CN" sz="3600" dirty="0"/>
              <a:t>flags</a:t>
            </a:r>
          </a:p>
          <a:p>
            <a:pPr lvl="1"/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-I&lt;</a:t>
            </a:r>
            <a:r>
              <a:rPr lang="en-US" altLang="zh-CN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&gt;: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find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headers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given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1"/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-L&lt;</a:t>
            </a:r>
            <a:r>
              <a:rPr lang="en-US" altLang="zh-CN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&gt;: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will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find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libs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given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1"/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-l&lt;lib-name&gt;: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link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libxxx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.{a/so}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given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by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-L</a:t>
            </a:r>
          </a:p>
          <a:p>
            <a:r>
              <a:rPr lang="en-US" altLang="zh-CN" sz="3600" dirty="0"/>
              <a:t>Essentially</a:t>
            </a:r>
            <a:r>
              <a:rPr lang="zh-CN" altLang="en-US" sz="3600" dirty="0"/>
              <a:t> </a:t>
            </a:r>
            <a:r>
              <a:rPr lang="en-US" altLang="zh-CN" sz="3600" dirty="0"/>
              <a:t>these</a:t>
            </a:r>
            <a:r>
              <a:rPr lang="zh-CN" altLang="en-US" sz="3600" dirty="0"/>
              <a:t> </a:t>
            </a:r>
            <a:r>
              <a:rPr lang="en-US" altLang="zh-CN" sz="3600" dirty="0"/>
              <a:t>three</a:t>
            </a:r>
            <a:r>
              <a:rPr lang="zh-CN" altLang="en-US" sz="3600" dirty="0"/>
              <a:t> </a:t>
            </a:r>
            <a:r>
              <a:rPr lang="en-US" altLang="zh-CN" sz="3600" dirty="0"/>
              <a:t>flags</a:t>
            </a:r>
            <a:r>
              <a:rPr lang="zh-CN" altLang="en-US" sz="3600" dirty="0"/>
              <a:t> </a:t>
            </a:r>
            <a:r>
              <a:rPr lang="en-US" altLang="zh-CN" sz="3600" dirty="0"/>
              <a:t>can</a:t>
            </a:r>
            <a:r>
              <a:rPr lang="zh-CN" altLang="en-US" sz="3600" dirty="0"/>
              <a:t> </a:t>
            </a:r>
            <a:r>
              <a:rPr lang="en-US" altLang="zh-CN" sz="3600" dirty="0"/>
              <a:t>handle</a:t>
            </a:r>
            <a:r>
              <a:rPr lang="zh-CN" altLang="en-US" sz="3600" dirty="0"/>
              <a:t> </a:t>
            </a:r>
            <a:r>
              <a:rPr lang="en-US" altLang="zh-CN" sz="3600" dirty="0"/>
              <a:t>90%</a:t>
            </a:r>
            <a:r>
              <a:rPr lang="zh-CN" altLang="en-US" sz="3600" dirty="0"/>
              <a:t> </a:t>
            </a:r>
            <a:r>
              <a:rPr lang="en-US" altLang="zh-CN" sz="3600" dirty="0"/>
              <a:t>of</a:t>
            </a:r>
            <a:r>
              <a:rPr lang="zh-CN" altLang="en-US" sz="3600" dirty="0"/>
              <a:t> </a:t>
            </a:r>
            <a:r>
              <a:rPr lang="en-US" altLang="zh-CN" sz="3600" dirty="0"/>
              <a:t>building</a:t>
            </a:r>
            <a:r>
              <a:rPr lang="zh-CN" altLang="en-US" sz="3600" dirty="0"/>
              <a:t> </a:t>
            </a:r>
            <a:r>
              <a:rPr lang="en-US" altLang="zh-CN" sz="3600" dirty="0"/>
              <a:t>an</a:t>
            </a:r>
            <a:r>
              <a:rPr lang="zh-CN" altLang="en-US" sz="3600" dirty="0"/>
              <a:t> </a:t>
            </a:r>
            <a:r>
              <a:rPr lang="en-US" altLang="zh-CN" sz="3600" dirty="0"/>
              <a:t>external</a:t>
            </a:r>
            <a:r>
              <a:rPr lang="zh-CN" altLang="en-US" sz="3600" dirty="0"/>
              <a:t> </a:t>
            </a:r>
            <a:r>
              <a:rPr lang="en-US" altLang="zh-CN" sz="3600" dirty="0"/>
              <a:t>C/C++</a:t>
            </a:r>
            <a:r>
              <a:rPr lang="zh-CN" altLang="en-US" sz="3600" dirty="0"/>
              <a:t> </a:t>
            </a:r>
            <a:r>
              <a:rPr lang="en-US" altLang="zh-CN" sz="3600" dirty="0"/>
              <a:t>project</a:t>
            </a:r>
            <a:endParaRPr lang="en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8509E-4739-955B-011C-C37749917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32179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814E1-3802-41CD-B52B-5477E86FF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15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Trouble</a:t>
            </a:r>
            <a:r>
              <a:rPr lang="zh-CN" altLang="en-US" sz="5400" dirty="0"/>
              <a:t> </a:t>
            </a:r>
            <a:r>
              <a:rPr lang="en-US" altLang="zh-CN" sz="5400" dirty="0"/>
              <a:t>shooting:</a:t>
            </a:r>
            <a:r>
              <a:rPr lang="zh-CN" altLang="en-US" sz="5400" dirty="0"/>
              <a:t> </a:t>
            </a:r>
            <a:r>
              <a:rPr lang="en-US" altLang="zh-CN" sz="5400" dirty="0"/>
              <a:t>Undefined</a:t>
            </a:r>
            <a:r>
              <a:rPr lang="zh-CN" altLang="en-US" sz="5400" dirty="0"/>
              <a:t> </a:t>
            </a:r>
            <a:r>
              <a:rPr lang="en-US" altLang="zh-CN" sz="5400" dirty="0"/>
              <a:t>Symbol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B30B7-A1ED-C962-D9DF-B7BC8B07F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N" sz="3600" dirty="0"/>
              <a:t>Find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paths</a:t>
            </a:r>
            <a:r>
              <a:rPr lang="zh-CN" altLang="en-US" sz="3600" dirty="0"/>
              <a:t> </a:t>
            </a:r>
            <a:r>
              <a:rPr lang="en-US" altLang="zh-CN" sz="3600" dirty="0"/>
              <a:t>inspected</a:t>
            </a:r>
            <a:r>
              <a:rPr lang="zh-CN" altLang="en-US" sz="3600" dirty="0"/>
              <a:t> </a:t>
            </a:r>
            <a:r>
              <a:rPr lang="en-US" altLang="zh-CN" sz="3600" dirty="0"/>
              <a:t>by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system</a:t>
            </a:r>
            <a:endParaRPr lang="en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B6D500-A401-3ACF-ABEC-CC0AEAB19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4</a:t>
            </a:fld>
            <a:endParaRPr lang="en-CN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05C4361-F798-7FC3-57CD-3E634BB20E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2232" y="2643318"/>
            <a:ext cx="5615640" cy="5847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N" altLang="en-CN" sz="32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gcc -E -Wp,-v -</a:t>
            </a:r>
            <a:endParaRPr kumimoji="0" lang="en-CN" altLang="en-CN" sz="3200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61E92590-2351-E393-90EA-5E457A6EC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2232" y="3416519"/>
            <a:ext cx="5615640" cy="5847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N" altLang="en-CN" sz="32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gcc -print-search-dirs</a:t>
            </a:r>
            <a:endParaRPr kumimoji="0" lang="en-CN" altLang="en-CN" sz="3200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5506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45E92-B7B9-A355-EA10-6EA857690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/>
              <a:t>What</a:t>
            </a:r>
            <a:r>
              <a:rPr lang="zh-CN" altLang="en-US" sz="5400" dirty="0"/>
              <a:t> </a:t>
            </a:r>
            <a:r>
              <a:rPr lang="en-US" altLang="zh-CN" sz="5400" dirty="0"/>
              <a:t>are</a:t>
            </a:r>
            <a:r>
              <a:rPr lang="zh-CN" altLang="en-US" sz="5400" dirty="0"/>
              <a:t> </a:t>
            </a:r>
            <a:r>
              <a:rPr lang="en-US" altLang="zh-CN" sz="5400" dirty="0"/>
              <a:t>“others”</a:t>
            </a:r>
            <a:r>
              <a:rPr lang="zh-CN" altLang="en-US" sz="5400" dirty="0"/>
              <a:t> </a:t>
            </a:r>
            <a:r>
              <a:rPr lang="en-US" altLang="zh-CN" sz="5400" dirty="0"/>
              <a:t>trying</a:t>
            </a:r>
            <a:r>
              <a:rPr lang="zh-CN" altLang="en-US" sz="5400" dirty="0"/>
              <a:t> </a:t>
            </a:r>
            <a:r>
              <a:rPr lang="en-US" altLang="zh-CN" sz="5400" dirty="0"/>
              <a:t>to</a:t>
            </a:r>
            <a:r>
              <a:rPr lang="zh-CN" altLang="en-US" sz="5400" dirty="0"/>
              <a:t> </a:t>
            </a:r>
            <a:r>
              <a:rPr lang="en-US" altLang="zh-CN" sz="5400" dirty="0"/>
              <a:t>help?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5935-6242-05B4-7E6B-3C801EBA1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Work</a:t>
            </a:r>
            <a:r>
              <a:rPr lang="zh-CN" altLang="en-US" sz="3600" dirty="0"/>
              <a:t> </a:t>
            </a:r>
            <a:r>
              <a:rPr lang="en-US" altLang="zh-CN" sz="3600" dirty="0"/>
              <a:t>on</a:t>
            </a:r>
            <a:r>
              <a:rPr lang="zh-CN" altLang="en-US" sz="3600" dirty="0"/>
              <a:t> </a:t>
            </a:r>
            <a:r>
              <a:rPr lang="en-US" altLang="zh-CN" sz="3600" dirty="0"/>
              <a:t>larger</a:t>
            </a:r>
            <a:r>
              <a:rPr lang="zh-CN" altLang="en-US" sz="3600" dirty="0"/>
              <a:t> </a:t>
            </a:r>
            <a:r>
              <a:rPr lang="en-US" altLang="zh-CN" sz="3600" dirty="0"/>
              <a:t>projects</a:t>
            </a:r>
          </a:p>
          <a:p>
            <a:pPr lvl="1"/>
            <a:r>
              <a:rPr lang="en-US" altLang="zh-CN" sz="3200" dirty="0"/>
              <a:t>What</a:t>
            </a:r>
            <a:r>
              <a:rPr lang="zh-CN" altLang="en-US" sz="3200" dirty="0"/>
              <a:t> </a:t>
            </a:r>
            <a:r>
              <a:rPr lang="en-US" altLang="zh-CN" sz="3200" dirty="0"/>
              <a:t>if</a:t>
            </a:r>
            <a:r>
              <a:rPr lang="zh-CN" altLang="en-US" sz="3200" dirty="0"/>
              <a:t> </a:t>
            </a:r>
            <a:r>
              <a:rPr lang="en-US" altLang="zh-CN" sz="3200" dirty="0"/>
              <a:t>the</a:t>
            </a:r>
            <a:r>
              <a:rPr lang="zh-CN" altLang="en-US" sz="3200" dirty="0"/>
              <a:t> </a:t>
            </a:r>
            <a:r>
              <a:rPr lang="en-US" altLang="zh-CN" sz="3200" dirty="0"/>
              <a:t>file</a:t>
            </a:r>
            <a:r>
              <a:rPr lang="zh-CN" altLang="en-US" sz="3200" dirty="0"/>
              <a:t> </a:t>
            </a:r>
            <a:r>
              <a:rPr lang="en-US" altLang="zh-CN" sz="3200" dirty="0"/>
              <a:t>organization</a:t>
            </a:r>
            <a:r>
              <a:rPr lang="zh-CN" altLang="en-US" sz="3200" dirty="0"/>
              <a:t> </a:t>
            </a:r>
            <a:r>
              <a:rPr lang="en-US" altLang="zh-CN" sz="3200" dirty="0"/>
              <a:t>is</a:t>
            </a:r>
            <a:r>
              <a:rPr lang="zh-CN" altLang="en-US" sz="3200" dirty="0"/>
              <a:t> </a:t>
            </a:r>
            <a:r>
              <a:rPr lang="en-US" altLang="zh-CN" sz="3200" dirty="0"/>
              <a:t>more</a:t>
            </a:r>
            <a:r>
              <a:rPr lang="zh-CN" altLang="en-US" sz="3200" dirty="0"/>
              <a:t> </a:t>
            </a:r>
            <a:r>
              <a:rPr lang="en-US" altLang="zh-CN" sz="3200" dirty="0"/>
              <a:t>complicated?</a:t>
            </a:r>
          </a:p>
          <a:p>
            <a:r>
              <a:rPr lang="en-US" altLang="zh-CN" sz="3600" strike="sngStrike" dirty="0"/>
              <a:t>Give</a:t>
            </a:r>
            <a:r>
              <a:rPr lang="zh-CN" altLang="en-US" sz="3600" strike="sngStrike" dirty="0"/>
              <a:t> </a:t>
            </a:r>
            <a:r>
              <a:rPr lang="en-US" altLang="zh-CN" sz="3600" strike="sngStrike" dirty="0"/>
              <a:t>your</a:t>
            </a:r>
            <a:r>
              <a:rPr lang="zh-CN" altLang="en-US" sz="3600" strike="sngStrike" dirty="0"/>
              <a:t> </a:t>
            </a:r>
            <a:r>
              <a:rPr lang="en-US" altLang="zh-CN" sz="3600" strike="sngStrike" dirty="0"/>
              <a:t>code</a:t>
            </a:r>
            <a:r>
              <a:rPr lang="zh-CN" altLang="en-US" sz="3600" strike="sngStrike" dirty="0"/>
              <a:t> </a:t>
            </a:r>
            <a:r>
              <a:rPr lang="en-US" altLang="zh-CN" sz="3600" strike="sngStrike" dirty="0"/>
              <a:t>for</a:t>
            </a:r>
            <a:r>
              <a:rPr lang="zh-CN" altLang="en-US" sz="3600" strike="sngStrike" dirty="0"/>
              <a:t> </a:t>
            </a:r>
            <a:r>
              <a:rPr lang="en-US" altLang="zh-CN" sz="3600" strike="sngStrike" dirty="0"/>
              <a:t>others’</a:t>
            </a:r>
            <a:r>
              <a:rPr lang="zh-CN" altLang="en-US" sz="3600" strike="sngStrike" dirty="0"/>
              <a:t> </a:t>
            </a:r>
            <a:r>
              <a:rPr lang="en-US" altLang="zh-CN" sz="3600" strike="sngStrike" dirty="0"/>
              <a:t>use</a:t>
            </a:r>
          </a:p>
          <a:p>
            <a:r>
              <a:rPr lang="en-US" altLang="zh-CN" sz="3600" strike="sngStrike" dirty="0"/>
              <a:t>Use</a:t>
            </a:r>
            <a:r>
              <a:rPr lang="zh-CN" altLang="en-US" sz="3600" strike="sngStrike" dirty="0"/>
              <a:t> </a:t>
            </a:r>
            <a:r>
              <a:rPr lang="en-US" altLang="zh-CN" sz="3600" strike="sngStrike" dirty="0"/>
              <a:t>others’</a:t>
            </a:r>
            <a:r>
              <a:rPr lang="zh-CN" altLang="en-US" sz="3600" strike="sngStrike" dirty="0"/>
              <a:t> </a:t>
            </a:r>
            <a:r>
              <a:rPr lang="en-US" altLang="zh-CN" sz="3600" strike="sngStrike" dirty="0"/>
              <a:t>code</a:t>
            </a:r>
          </a:p>
          <a:p>
            <a:r>
              <a:rPr lang="en-US" altLang="zh-CN" sz="3600" dirty="0"/>
              <a:t>Separate</a:t>
            </a:r>
            <a:r>
              <a:rPr lang="zh-CN" altLang="en-US" sz="3600" dirty="0"/>
              <a:t> </a:t>
            </a:r>
            <a:r>
              <a:rPr lang="en-US" altLang="zh-CN" sz="3600" dirty="0"/>
              <a:t>works</a:t>
            </a:r>
            <a:r>
              <a:rPr lang="zh-CN" altLang="en-US" sz="3600" dirty="0"/>
              <a:t> </a:t>
            </a:r>
            <a:r>
              <a:rPr lang="en-US" altLang="zh-CN" sz="3600" dirty="0"/>
              <a:t>into</a:t>
            </a:r>
            <a:r>
              <a:rPr lang="zh-CN" altLang="en-US" sz="3600" dirty="0"/>
              <a:t> </a:t>
            </a:r>
            <a:r>
              <a:rPr lang="en-US" altLang="zh-CN" sz="3600" dirty="0"/>
              <a:t>pieces</a:t>
            </a:r>
          </a:p>
          <a:p>
            <a:r>
              <a:rPr lang="en-US" altLang="zh-CN" sz="3600" dirty="0"/>
              <a:t>Put</a:t>
            </a:r>
            <a:r>
              <a:rPr lang="zh-CN" altLang="en-US" sz="3600" dirty="0"/>
              <a:t> </a:t>
            </a:r>
            <a:r>
              <a:rPr lang="en-US" altLang="zh-CN" sz="3600" dirty="0"/>
              <a:t>back</a:t>
            </a:r>
            <a:r>
              <a:rPr lang="zh-CN" altLang="en-US" sz="3600" dirty="0"/>
              <a:t> </a:t>
            </a:r>
            <a:r>
              <a:rPr lang="en-US" altLang="zh-CN" sz="3600" dirty="0"/>
              <a:t>separated</a:t>
            </a:r>
            <a:r>
              <a:rPr lang="zh-CN" altLang="en-US" sz="3600" dirty="0"/>
              <a:t> </a:t>
            </a:r>
            <a:r>
              <a:rPr lang="en-US" altLang="zh-CN" sz="3600" dirty="0"/>
              <a:t>pieces</a:t>
            </a:r>
            <a:r>
              <a:rPr lang="zh-CN" altLang="en-US" sz="3600" dirty="0"/>
              <a:t> </a:t>
            </a:r>
            <a:r>
              <a:rPr lang="en-US" altLang="zh-CN" sz="3600" dirty="0"/>
              <a:t>into</a:t>
            </a:r>
            <a:r>
              <a:rPr lang="zh-CN" altLang="en-US" sz="3600" dirty="0"/>
              <a:t> </a:t>
            </a:r>
            <a:r>
              <a:rPr lang="en-US" altLang="zh-CN" sz="3600" dirty="0"/>
              <a:t>one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C6B89-4C29-33C4-879B-102DFD357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68768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DA9FE-D16E-9558-C84E-A89B456B4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7DDDF-C295-6183-CC03-A295DEE26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95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LLVM:</a:t>
            </a:r>
            <a:r>
              <a:rPr lang="zh-CN" altLang="en-US" sz="5400" dirty="0"/>
              <a:t> </a:t>
            </a:r>
            <a:r>
              <a:rPr lang="en-US" altLang="zh-CN" sz="5400" dirty="0"/>
              <a:t>Compiler</a:t>
            </a:r>
            <a:r>
              <a:rPr lang="zh-CN" altLang="en-US" sz="5400" dirty="0"/>
              <a:t> </a:t>
            </a:r>
            <a:r>
              <a:rPr lang="en-US" altLang="zh-CN" sz="5400" dirty="0"/>
              <a:t>Infrastructure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28740-61CC-4DDC-0FB0-71224E774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3512"/>
            <a:ext cx="10906125" cy="5316537"/>
          </a:xfrm>
        </p:spPr>
        <p:txBody>
          <a:bodyPr>
            <a:normAutofit/>
          </a:bodyPr>
          <a:lstStyle/>
          <a:p>
            <a:r>
              <a:rPr lang="en-CN" altLang="zh-CN" sz="4000" dirty="0"/>
              <a:t>Spoil</a:t>
            </a:r>
            <a:r>
              <a:rPr lang="en-US" altLang="zh-CN" sz="4000" dirty="0"/>
              <a:t>er:</a:t>
            </a:r>
            <a:r>
              <a:rPr lang="zh-CN" altLang="en-US" sz="4000" dirty="0"/>
              <a:t> </a:t>
            </a:r>
            <a:r>
              <a:rPr lang="en-US" altLang="zh-CN" sz="4000" dirty="0"/>
              <a:t>You</a:t>
            </a:r>
            <a:r>
              <a:rPr lang="zh-CN" altLang="en-US" sz="4000" dirty="0"/>
              <a:t> </a:t>
            </a:r>
            <a:r>
              <a:rPr lang="en-US" altLang="zh-CN" sz="4000" dirty="0"/>
              <a:t>need</a:t>
            </a:r>
            <a:r>
              <a:rPr lang="zh-CN" altLang="en-US" sz="4000" dirty="0"/>
              <a:t> </a:t>
            </a:r>
            <a:r>
              <a:rPr lang="en-US" altLang="zh-CN" sz="4000" dirty="0" err="1"/>
              <a:t>CMake</a:t>
            </a:r>
            <a:r>
              <a:rPr lang="zh-CN" altLang="en-US" sz="4000" dirty="0"/>
              <a:t> </a:t>
            </a:r>
            <a:r>
              <a:rPr lang="en-US" altLang="zh-CN" sz="4000" dirty="0"/>
              <a:t>to</a:t>
            </a:r>
            <a:r>
              <a:rPr lang="zh-CN" altLang="en-US" sz="4000" dirty="0"/>
              <a:t> </a:t>
            </a:r>
            <a:r>
              <a:rPr lang="en-US" altLang="zh-CN" sz="4000" dirty="0"/>
              <a:t>build</a:t>
            </a:r>
            <a:r>
              <a:rPr lang="zh-CN" altLang="en-US" sz="4000" dirty="0"/>
              <a:t> </a:t>
            </a:r>
            <a:r>
              <a:rPr lang="en-US" altLang="zh-CN" sz="4000" dirty="0"/>
              <a:t>LLVM,</a:t>
            </a:r>
            <a:r>
              <a:rPr lang="zh-CN" altLang="en-US" sz="4000" dirty="0"/>
              <a:t> </a:t>
            </a:r>
            <a:r>
              <a:rPr lang="en-US" altLang="zh-CN" sz="4000" dirty="0"/>
              <a:t>but</a:t>
            </a:r>
            <a:r>
              <a:rPr lang="zh-CN" altLang="en-US" sz="4000" dirty="0"/>
              <a:t> </a:t>
            </a:r>
            <a:r>
              <a:rPr lang="en-US" altLang="zh-CN" sz="4000" dirty="0"/>
              <a:t>I</a:t>
            </a:r>
            <a:r>
              <a:rPr lang="zh-CN" altLang="en-US" sz="4000" dirty="0"/>
              <a:t> </a:t>
            </a:r>
            <a:r>
              <a:rPr lang="en-US" altLang="zh-CN" sz="4000" dirty="0"/>
              <a:t>will</a:t>
            </a:r>
            <a:r>
              <a:rPr lang="zh-CN" altLang="en-US" sz="4000" dirty="0"/>
              <a:t> </a:t>
            </a:r>
            <a:r>
              <a:rPr lang="en-US" altLang="zh-CN" sz="4000" dirty="0"/>
              <a:t>talk</a:t>
            </a:r>
            <a:r>
              <a:rPr lang="zh-CN" altLang="en-US" sz="4000" dirty="0"/>
              <a:t> </a:t>
            </a:r>
            <a:r>
              <a:rPr lang="en-US" altLang="zh-CN" sz="4000" dirty="0"/>
              <a:t>about</a:t>
            </a:r>
            <a:r>
              <a:rPr lang="zh-CN" altLang="en-US" sz="4000" dirty="0"/>
              <a:t> </a:t>
            </a:r>
            <a:r>
              <a:rPr lang="en-US" altLang="zh-CN" sz="4000" dirty="0"/>
              <a:t>C</a:t>
            </a:r>
            <a:r>
              <a:rPr lang="zh-CN" altLang="en-US" sz="4000" dirty="0"/>
              <a:t> </a:t>
            </a:r>
            <a:r>
              <a:rPr lang="en-US" altLang="zh-CN" sz="4000" dirty="0"/>
              <a:t>build</a:t>
            </a:r>
            <a:r>
              <a:rPr lang="zh-CN" altLang="en-US" sz="4000" dirty="0"/>
              <a:t> </a:t>
            </a:r>
            <a:r>
              <a:rPr lang="en-US" altLang="zh-CN" sz="4000" dirty="0"/>
              <a:t>system</a:t>
            </a:r>
            <a:r>
              <a:rPr lang="zh-CN" altLang="en-US" sz="4000" dirty="0"/>
              <a:t> </a:t>
            </a:r>
            <a:r>
              <a:rPr lang="en-US" altLang="zh-CN" sz="4000" dirty="0"/>
              <a:t>next</a:t>
            </a:r>
            <a:r>
              <a:rPr lang="zh-CN" altLang="en-US" sz="4000" dirty="0"/>
              <a:t> </a:t>
            </a:r>
            <a:r>
              <a:rPr lang="en-US" altLang="zh-CN" sz="4000" dirty="0"/>
              <a:t>class…</a:t>
            </a:r>
          </a:p>
          <a:p>
            <a:r>
              <a:rPr lang="en-US" altLang="zh-CN" sz="4000" dirty="0"/>
              <a:t>Did</a:t>
            </a:r>
            <a:r>
              <a:rPr lang="zh-CN" altLang="en-US" sz="4000" dirty="0"/>
              <a:t> </a:t>
            </a:r>
            <a:r>
              <a:rPr lang="en-US" altLang="zh-CN" sz="4000" dirty="0"/>
              <a:t>you</a:t>
            </a:r>
            <a:r>
              <a:rPr lang="zh-CN" altLang="en-US" sz="4000" dirty="0"/>
              <a:t> </a:t>
            </a:r>
            <a:r>
              <a:rPr lang="en-US" altLang="zh-CN" sz="4000" dirty="0"/>
              <a:t>know</a:t>
            </a:r>
            <a:r>
              <a:rPr lang="zh-CN" altLang="en-US" sz="4000" dirty="0"/>
              <a:t> </a:t>
            </a:r>
            <a:r>
              <a:rPr lang="en-US" altLang="zh-CN" sz="4000" dirty="0"/>
              <a:t>how</a:t>
            </a:r>
            <a:r>
              <a:rPr lang="zh-CN" altLang="en-US" sz="4000" dirty="0"/>
              <a:t> </a:t>
            </a:r>
            <a:r>
              <a:rPr lang="en-US" altLang="zh-CN" sz="4000" dirty="0"/>
              <a:t>to</a:t>
            </a:r>
            <a:r>
              <a:rPr lang="zh-CN" altLang="en-US" sz="4000" dirty="0"/>
              <a:t> </a:t>
            </a:r>
            <a:r>
              <a:rPr lang="en-US" altLang="zh-CN" sz="4000" dirty="0"/>
              <a:t>use</a:t>
            </a:r>
            <a:r>
              <a:rPr lang="zh-CN" altLang="en-US" sz="4000" dirty="0"/>
              <a:t> </a:t>
            </a:r>
            <a:r>
              <a:rPr lang="en-US" altLang="zh-CN" sz="4000" dirty="0"/>
              <a:t>it</a:t>
            </a:r>
            <a:r>
              <a:rPr lang="zh-CN" altLang="en-US" sz="4000" dirty="0"/>
              <a:t> </a:t>
            </a:r>
            <a:r>
              <a:rPr lang="en-US" altLang="zh-CN" sz="4000" dirty="0"/>
              <a:t>yet?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AF88A-AD3D-751C-51C5-6A30CFB0A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6</a:t>
            </a:fld>
            <a:endParaRPr lang="en-C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BD498D-6EC1-58C5-A0EB-DE9EF6440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9162" y="2608594"/>
            <a:ext cx="3413988" cy="1090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134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5D0FF-E5D2-DD73-84F9-B300F289B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 err="1"/>
              <a:t>CMake</a:t>
            </a:r>
            <a:r>
              <a:rPr lang="en-US" altLang="zh-CN" sz="5400" dirty="0"/>
              <a:t>:</a:t>
            </a:r>
            <a:r>
              <a:rPr lang="zh-CN" altLang="en-US" sz="5400" dirty="0"/>
              <a:t> </a:t>
            </a:r>
            <a:r>
              <a:rPr lang="en-US" altLang="zh-CN" sz="5400" dirty="0"/>
              <a:t>A</a:t>
            </a:r>
            <a:r>
              <a:rPr lang="zh-CN" altLang="en-US" sz="5400" dirty="0"/>
              <a:t> </a:t>
            </a:r>
            <a:r>
              <a:rPr lang="en-US" altLang="zh-CN" sz="5400" dirty="0"/>
              <a:t>Build</a:t>
            </a:r>
            <a:r>
              <a:rPr lang="zh-CN" altLang="en-US" sz="5400" dirty="0"/>
              <a:t> </a:t>
            </a:r>
            <a:r>
              <a:rPr lang="en-US" altLang="zh-CN" sz="5400" dirty="0"/>
              <a:t>Generator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D81BF-1D63-CE63-30A5-654B80FF3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What</a:t>
            </a:r>
            <a:r>
              <a:rPr lang="zh-CN" altLang="en-US" sz="3600" dirty="0"/>
              <a:t> </a:t>
            </a:r>
            <a:r>
              <a:rPr lang="en-US" altLang="zh-CN" sz="3600" dirty="0"/>
              <a:t>if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file</a:t>
            </a:r>
            <a:r>
              <a:rPr lang="zh-CN" altLang="en-US" sz="3600" dirty="0"/>
              <a:t> </a:t>
            </a:r>
            <a:r>
              <a:rPr lang="en-US" altLang="zh-CN" sz="3600" dirty="0"/>
              <a:t>organization</a:t>
            </a:r>
            <a:r>
              <a:rPr lang="zh-CN" altLang="en-US" sz="3600" dirty="0"/>
              <a:t> </a:t>
            </a:r>
            <a:r>
              <a:rPr lang="en-US" altLang="zh-CN" sz="3600" dirty="0"/>
              <a:t>is</a:t>
            </a:r>
            <a:r>
              <a:rPr lang="zh-CN" altLang="en-US" sz="3600" dirty="0"/>
              <a:t> </a:t>
            </a:r>
            <a:r>
              <a:rPr lang="en-US" altLang="zh-CN" sz="3600" dirty="0"/>
              <a:t>more</a:t>
            </a:r>
            <a:r>
              <a:rPr lang="zh-CN" altLang="en-US" sz="3600" dirty="0"/>
              <a:t> </a:t>
            </a:r>
            <a:r>
              <a:rPr lang="en-US" altLang="zh-CN" sz="3600" dirty="0"/>
              <a:t>complicated?</a:t>
            </a:r>
          </a:p>
          <a:p>
            <a:r>
              <a:rPr lang="en-US" altLang="zh-CN" sz="3600" dirty="0" err="1"/>
              <a:t>CMake</a:t>
            </a:r>
            <a:r>
              <a:rPr lang="zh-CN" altLang="en-US" sz="3600" dirty="0"/>
              <a:t> </a:t>
            </a:r>
            <a:r>
              <a:rPr lang="en-US" altLang="zh-CN" sz="3600" dirty="0"/>
              <a:t>is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answer</a:t>
            </a:r>
          </a:p>
          <a:p>
            <a:pPr lvl="1"/>
            <a:r>
              <a:rPr lang="en-US" altLang="zh-CN" sz="3200" dirty="0"/>
              <a:t>Automatically</a:t>
            </a:r>
            <a:r>
              <a:rPr lang="zh-CN" altLang="en-US" sz="3200" dirty="0"/>
              <a:t> </a:t>
            </a:r>
            <a:r>
              <a:rPr lang="en-US" altLang="zh-CN" sz="3200" dirty="0"/>
              <a:t>generate</a:t>
            </a:r>
            <a:r>
              <a:rPr lang="zh-CN" altLang="en-US" sz="3200" dirty="0"/>
              <a:t> </a:t>
            </a:r>
            <a:r>
              <a:rPr lang="en-US" altLang="zh-CN" sz="3200" dirty="0"/>
              <a:t>build</a:t>
            </a:r>
            <a:r>
              <a:rPr lang="zh-CN" altLang="en-US" sz="3200" dirty="0"/>
              <a:t> </a:t>
            </a:r>
            <a:r>
              <a:rPr lang="en-US" altLang="zh-CN" sz="3200" dirty="0"/>
              <a:t>system</a:t>
            </a:r>
            <a:r>
              <a:rPr lang="zh-CN" altLang="en-US" sz="3200" dirty="0"/>
              <a:t> </a:t>
            </a:r>
            <a:r>
              <a:rPr lang="en-US" altLang="zh-CN" sz="3200" dirty="0"/>
              <a:t>files</a:t>
            </a:r>
          </a:p>
          <a:p>
            <a:pPr lvl="1"/>
            <a:r>
              <a:rPr lang="en-US" altLang="zh-CN" sz="3200" dirty="0"/>
              <a:t>Mainly</a:t>
            </a:r>
            <a:r>
              <a:rPr lang="zh-CN" altLang="en-US" sz="3200" dirty="0"/>
              <a:t> </a:t>
            </a:r>
            <a:r>
              <a:rPr lang="en-US" altLang="zh-CN" sz="3200" dirty="0"/>
              <a:t>for</a:t>
            </a:r>
            <a:r>
              <a:rPr lang="zh-CN" altLang="en-US" sz="3200" dirty="0"/>
              <a:t> </a:t>
            </a:r>
            <a:r>
              <a:rPr lang="en-US" altLang="zh-CN" sz="3200" dirty="0"/>
              <a:t>Unix</a:t>
            </a:r>
            <a:r>
              <a:rPr lang="zh-CN" altLang="en-US" sz="3200" dirty="0"/>
              <a:t> </a:t>
            </a:r>
            <a:r>
              <a:rPr lang="en-US" altLang="zh-CN" sz="3200" dirty="0" err="1"/>
              <a:t>Makefiles</a:t>
            </a:r>
            <a:r>
              <a:rPr lang="zh-CN" altLang="en-US" sz="3200" dirty="0"/>
              <a:t> </a:t>
            </a:r>
            <a:r>
              <a:rPr lang="en-US" altLang="zh-CN" sz="3200" dirty="0"/>
              <a:t>and</a:t>
            </a:r>
            <a:r>
              <a:rPr lang="zh-CN" altLang="en-US" sz="3200" dirty="0"/>
              <a:t> </a:t>
            </a:r>
            <a:r>
              <a:rPr lang="en-US" altLang="zh-CN" sz="3200" dirty="0"/>
              <a:t>Ninja</a:t>
            </a:r>
            <a:endParaRPr lang="en-C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E90479-D899-4540-704D-4CADEFCEA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2638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20425-2143-271F-A8EC-68E9B0E4E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5400" dirty="0" err="1"/>
              <a:t>CMake</a:t>
            </a:r>
            <a:r>
              <a:rPr lang="en-US" altLang="zh-CN" sz="5400" dirty="0"/>
              <a:t>:</a:t>
            </a:r>
            <a:r>
              <a:rPr lang="zh-CN" altLang="en-US" sz="5400" dirty="0"/>
              <a:t> </a:t>
            </a:r>
            <a:r>
              <a:rPr lang="en-US" altLang="zh-CN" sz="5400" dirty="0"/>
              <a:t>A</a:t>
            </a:r>
            <a:r>
              <a:rPr lang="zh-CN" altLang="en-US" sz="5400" dirty="0"/>
              <a:t> </a:t>
            </a:r>
            <a:r>
              <a:rPr lang="en-US" altLang="zh-CN" sz="5400" dirty="0"/>
              <a:t>Domain-specific</a:t>
            </a:r>
            <a:r>
              <a:rPr lang="zh-CN" altLang="en-US" sz="5400" dirty="0"/>
              <a:t> </a:t>
            </a:r>
            <a:r>
              <a:rPr lang="en-US" altLang="zh-CN" sz="5400" dirty="0"/>
              <a:t>Language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AB553-D59C-7C5D-FA74-2930AEC34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607" y="1825625"/>
            <a:ext cx="11664785" cy="4667250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Quiz:</a:t>
            </a:r>
            <a:r>
              <a:rPr lang="zh-CN" altLang="en-US" sz="3600" dirty="0"/>
              <a:t> </a:t>
            </a:r>
            <a:r>
              <a:rPr lang="en-US" altLang="zh-CN" sz="3600" dirty="0"/>
              <a:t>What</a:t>
            </a:r>
            <a:r>
              <a:rPr lang="zh-CN" altLang="en-US" sz="3600" dirty="0"/>
              <a:t> </a:t>
            </a:r>
            <a:r>
              <a:rPr lang="en-US" altLang="zh-CN" sz="3600" dirty="0"/>
              <a:t>is</a:t>
            </a:r>
            <a:r>
              <a:rPr lang="zh-CN" altLang="en-US" sz="3600" dirty="0"/>
              <a:t> </a:t>
            </a:r>
            <a:r>
              <a:rPr lang="en-US" altLang="zh-CN" sz="3600" dirty="0"/>
              <a:t>a</a:t>
            </a:r>
            <a:r>
              <a:rPr lang="zh-CN" altLang="en-US" sz="3600" dirty="0"/>
              <a:t> </a:t>
            </a:r>
            <a:r>
              <a:rPr lang="en-US" altLang="zh-CN" sz="3600" dirty="0"/>
              <a:t>Domain-specific</a:t>
            </a:r>
            <a:r>
              <a:rPr lang="zh-CN" altLang="en-US" sz="3600" dirty="0"/>
              <a:t> </a:t>
            </a:r>
            <a:r>
              <a:rPr lang="en-US" altLang="zh-CN" sz="3600" dirty="0"/>
              <a:t>Language</a:t>
            </a:r>
            <a:r>
              <a:rPr lang="zh-CN" altLang="en-US" sz="3600" dirty="0"/>
              <a:t> </a:t>
            </a:r>
            <a:r>
              <a:rPr lang="en-US" altLang="zh-CN" sz="3600" dirty="0"/>
              <a:t>(DSL)?</a:t>
            </a:r>
          </a:p>
          <a:p>
            <a:r>
              <a:rPr lang="en-US" altLang="zh-CN" sz="3600" dirty="0"/>
              <a:t>What</a:t>
            </a:r>
            <a:r>
              <a:rPr lang="zh-CN" altLang="en-US" sz="3600" dirty="0"/>
              <a:t> </a:t>
            </a:r>
            <a:r>
              <a:rPr lang="en-US" altLang="zh-CN" sz="3600" dirty="0"/>
              <a:t>is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key</a:t>
            </a:r>
            <a:r>
              <a:rPr lang="zh-CN" altLang="en-US" sz="3600" dirty="0"/>
              <a:t> </a:t>
            </a:r>
            <a:r>
              <a:rPr lang="en-US" altLang="zh-CN" sz="3600" dirty="0"/>
              <a:t>tradeoff</a:t>
            </a:r>
            <a:r>
              <a:rPr lang="zh-CN" altLang="en-US" sz="3600" dirty="0"/>
              <a:t> </a:t>
            </a:r>
            <a:r>
              <a:rPr lang="en-US" altLang="zh-CN" sz="3600" dirty="0"/>
              <a:t>of</a:t>
            </a:r>
            <a:r>
              <a:rPr lang="zh-CN" altLang="en-US" sz="3600" dirty="0"/>
              <a:t> </a:t>
            </a:r>
            <a:r>
              <a:rPr lang="en-US" altLang="zh-CN" sz="3600" dirty="0"/>
              <a:t>a</a:t>
            </a:r>
            <a:r>
              <a:rPr lang="zh-CN" altLang="en-US" sz="3600" dirty="0"/>
              <a:t> </a:t>
            </a:r>
            <a:r>
              <a:rPr lang="en-US" altLang="zh-CN" sz="3600" dirty="0"/>
              <a:t>language</a:t>
            </a:r>
            <a:r>
              <a:rPr lang="zh-CN" altLang="en-US" sz="3600" dirty="0"/>
              <a:t> </a:t>
            </a:r>
            <a:r>
              <a:rPr lang="en-US" altLang="zh-CN" sz="3600" dirty="0"/>
              <a:t>of</a:t>
            </a:r>
            <a:r>
              <a:rPr lang="zh-CN" altLang="en-US" sz="3600" dirty="0"/>
              <a:t> </a:t>
            </a:r>
            <a:r>
              <a:rPr lang="en-US" altLang="zh-CN" sz="3600" dirty="0"/>
              <a:t>being</a:t>
            </a:r>
            <a:r>
              <a:rPr lang="zh-CN" altLang="en-US" sz="3600" dirty="0"/>
              <a:t> </a:t>
            </a:r>
            <a:r>
              <a:rPr lang="en-US" altLang="zh-CN" sz="3600" dirty="0"/>
              <a:t>a</a:t>
            </a:r>
            <a:r>
              <a:rPr lang="zh-CN" altLang="en-US" sz="3600" dirty="0"/>
              <a:t> </a:t>
            </a:r>
            <a:r>
              <a:rPr lang="en-US" altLang="zh-CN" sz="3600" dirty="0"/>
              <a:t>DSL?</a:t>
            </a:r>
          </a:p>
          <a:p>
            <a:pPr lvl="1"/>
            <a:r>
              <a:rPr lang="en-US" altLang="zh-CN" sz="3200" dirty="0"/>
              <a:t>Tradeoff</a:t>
            </a:r>
            <a:r>
              <a:rPr lang="zh-CN" altLang="en-US" sz="3200" dirty="0"/>
              <a:t> </a:t>
            </a:r>
            <a:r>
              <a:rPr lang="en-US" altLang="zh-CN" sz="3200" dirty="0"/>
              <a:t>n.</a:t>
            </a:r>
            <a:r>
              <a:rPr lang="zh-CN" altLang="en-US" sz="3200" dirty="0"/>
              <a:t> </a:t>
            </a:r>
            <a:r>
              <a:rPr lang="en-US" altLang="zh-CN" sz="3200" dirty="0"/>
              <a:t>I</a:t>
            </a:r>
            <a:r>
              <a:rPr lang="zh-CN" altLang="en-US" sz="3200" dirty="0"/>
              <a:t> </a:t>
            </a:r>
            <a:r>
              <a:rPr lang="en-US" altLang="zh-CN" sz="3200" dirty="0"/>
              <a:t>trade</a:t>
            </a:r>
            <a:r>
              <a:rPr lang="zh-CN" altLang="en-US" sz="3200" dirty="0"/>
              <a:t> </a:t>
            </a:r>
            <a:r>
              <a:rPr lang="en-US" altLang="zh-CN" sz="3200" dirty="0"/>
              <a:t>something</a:t>
            </a:r>
            <a:r>
              <a:rPr lang="zh-CN" altLang="en-US" sz="3200" dirty="0"/>
              <a:t> </a:t>
            </a:r>
            <a:r>
              <a:rPr lang="en-US" altLang="zh-CN" sz="3200" dirty="0"/>
              <a:t>off/away</a:t>
            </a:r>
            <a:r>
              <a:rPr lang="zh-CN" altLang="en-US" sz="3200" dirty="0"/>
              <a:t> </a:t>
            </a:r>
            <a:r>
              <a:rPr lang="en-US" altLang="zh-CN" sz="3200" dirty="0"/>
              <a:t>to</a:t>
            </a:r>
            <a:r>
              <a:rPr lang="zh-CN" altLang="en-US" sz="3200" dirty="0"/>
              <a:t> </a:t>
            </a:r>
            <a:r>
              <a:rPr lang="en-US" altLang="zh-CN" sz="3200" dirty="0"/>
              <a:t>get</a:t>
            </a:r>
            <a:r>
              <a:rPr lang="zh-CN" altLang="en-US" sz="3200" dirty="0"/>
              <a:t> </a:t>
            </a:r>
            <a:r>
              <a:rPr lang="en-US" altLang="zh-CN" sz="3200" dirty="0"/>
              <a:t>something</a:t>
            </a:r>
            <a:r>
              <a:rPr lang="zh-CN" altLang="en-US" sz="3200" dirty="0"/>
              <a:t> </a:t>
            </a:r>
            <a:r>
              <a:rPr lang="en-US" altLang="zh-CN" sz="3200" dirty="0"/>
              <a:t>I</a:t>
            </a:r>
            <a:r>
              <a:rPr lang="zh-CN" altLang="en-US" sz="3200" dirty="0"/>
              <a:t> </a:t>
            </a:r>
            <a:r>
              <a:rPr lang="en-US" altLang="zh-CN" sz="3200" dirty="0"/>
              <a:t>want.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54F7C-DD15-8194-54E0-50126E1DC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26236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345ED-5CD2-0729-7B6D-7F6D9B10B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 err="1"/>
              <a:t>CMake</a:t>
            </a:r>
            <a:r>
              <a:rPr lang="en-US" altLang="zh-CN" sz="5400" dirty="0"/>
              <a:t>:</a:t>
            </a:r>
            <a:r>
              <a:rPr lang="zh-CN" altLang="en-US" sz="5400" dirty="0"/>
              <a:t> </a:t>
            </a:r>
            <a:r>
              <a:rPr lang="en-US" altLang="zh-CN" sz="5400" dirty="0"/>
              <a:t>Basic</a:t>
            </a:r>
            <a:r>
              <a:rPr lang="zh-CN" altLang="en-US" sz="5400" dirty="0"/>
              <a:t> </a:t>
            </a:r>
            <a:r>
              <a:rPr lang="en-US" altLang="zh-CN" sz="5400" dirty="0"/>
              <a:t>Semantics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390CF-018F-2058-8DA0-BA8BAC65C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Function(&lt;</a:t>
            </a:r>
            <a:r>
              <a:rPr lang="en-US" altLang="zh-CN" sz="3600" dirty="0" err="1"/>
              <a:t>arg</a:t>
            </a:r>
            <a:r>
              <a:rPr lang="en-US" altLang="zh-CN" sz="3600" dirty="0"/>
              <a:t>-name&gt;</a:t>
            </a:r>
            <a:r>
              <a:rPr lang="zh-CN" altLang="en-US" sz="3600" dirty="0"/>
              <a:t> </a:t>
            </a:r>
            <a:r>
              <a:rPr lang="en-US" altLang="zh-CN" sz="3600" dirty="0"/>
              <a:t>&lt;</a:t>
            </a:r>
            <a:r>
              <a:rPr lang="en-US" altLang="zh-CN" sz="3600" dirty="0" err="1"/>
              <a:t>arg</a:t>
            </a:r>
            <a:r>
              <a:rPr lang="en-US" altLang="zh-CN" sz="3600" dirty="0"/>
              <a:t>-value&gt;)</a:t>
            </a:r>
          </a:p>
          <a:p>
            <a:endParaRPr lang="en-US" sz="3600" dirty="0"/>
          </a:p>
          <a:p>
            <a:endParaRPr lang="en-US" sz="3600" dirty="0"/>
          </a:p>
          <a:p>
            <a:r>
              <a:rPr lang="en-US" altLang="zh-CN" sz="3600" dirty="0"/>
              <a:t>It</a:t>
            </a:r>
            <a:r>
              <a:rPr lang="zh-CN" altLang="en-US" sz="3600" dirty="0"/>
              <a:t> </a:t>
            </a:r>
            <a:r>
              <a:rPr lang="en-US" altLang="zh-CN" sz="3600" dirty="0"/>
              <a:t>is</a:t>
            </a:r>
            <a:r>
              <a:rPr lang="zh-CN" altLang="en-US" sz="3600" dirty="0"/>
              <a:t> </a:t>
            </a:r>
            <a:r>
              <a:rPr lang="en-US" altLang="zh-CN" sz="3600" dirty="0"/>
              <a:t>something</a:t>
            </a:r>
            <a:r>
              <a:rPr lang="zh-CN" altLang="en-US" sz="3600" dirty="0"/>
              <a:t> </a:t>
            </a:r>
            <a:r>
              <a:rPr lang="en-US" altLang="zh-CN" sz="3600" dirty="0"/>
              <a:t>very</a:t>
            </a:r>
            <a:r>
              <a:rPr lang="zh-CN" altLang="en-US" sz="3600" dirty="0"/>
              <a:t> </a:t>
            </a:r>
            <a:r>
              <a:rPr lang="en-US" altLang="zh-CN" sz="3600" dirty="0"/>
              <a:t>Python-like</a:t>
            </a:r>
            <a:endParaRPr lang="en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EF58F-8A6E-4F49-9020-DDB6CD16A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9</a:t>
            </a:fld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4BC7CF-336A-FE8C-254B-146397C12A56}"/>
              </a:ext>
            </a:extLst>
          </p:cNvPr>
          <p:cNvSpPr txBox="1"/>
          <p:nvPr/>
        </p:nvSpPr>
        <p:spPr>
          <a:xfrm>
            <a:off x="1176867" y="2512646"/>
            <a:ext cx="7917552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cmake_minimum_required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800" i="1" dirty="0">
                <a:latin typeface="Courier New" panose="02070309020205020404" pitchFamily="49" charset="0"/>
                <a:cs typeface="Courier New" panose="02070309020205020404" pitchFamily="49" charset="0"/>
              </a:rPr>
              <a:t>VERSION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3.20)</a:t>
            </a:r>
            <a:endParaRPr lang="en-CN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B69AA3-58A2-6E15-996B-A114E5EEBDAD}"/>
              </a:ext>
            </a:extLst>
          </p:cNvPr>
          <p:cNvSpPr txBox="1"/>
          <p:nvPr/>
        </p:nvSpPr>
        <p:spPr>
          <a:xfrm>
            <a:off x="1176867" y="4377358"/>
            <a:ext cx="6628738" cy="22467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zh-CN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foo(a=1,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b=2):</a:t>
            </a:r>
          </a:p>
          <a:p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  <a:p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foo(1)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foo(1,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2)</a:t>
            </a:r>
          </a:p>
          <a:p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Foo(b=114514)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foo(1,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114514)</a:t>
            </a:r>
            <a:endParaRPr lang="en-CN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443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C4524-1325-C67E-EACE-D3602F65A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0C4F3-C401-D656-1F16-CA76514E0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 err="1"/>
              <a:t>CMake</a:t>
            </a:r>
            <a:r>
              <a:rPr lang="en-US" altLang="zh-CN" sz="5400" dirty="0"/>
              <a:t>:</a:t>
            </a:r>
            <a:r>
              <a:rPr lang="zh-CN" altLang="en-US" sz="5400" dirty="0"/>
              <a:t> </a:t>
            </a:r>
            <a:r>
              <a:rPr lang="en-US" altLang="zh-CN" sz="5400" dirty="0"/>
              <a:t>Basic</a:t>
            </a:r>
            <a:r>
              <a:rPr lang="zh-CN" altLang="en-US" sz="5400" dirty="0"/>
              <a:t> </a:t>
            </a:r>
            <a:r>
              <a:rPr lang="en-US" altLang="zh-CN" sz="5400" dirty="0"/>
              <a:t>Semantics</a:t>
            </a:r>
            <a:r>
              <a:rPr lang="zh-CN" altLang="en-US" sz="5400" dirty="0"/>
              <a:t> </a:t>
            </a:r>
            <a:r>
              <a:rPr lang="en-US" altLang="zh-CN" sz="5400" dirty="0"/>
              <a:t>(CONT’D)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38AF2-4C27-C57A-796C-CFA26A5DC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Let’s</a:t>
            </a:r>
            <a:r>
              <a:rPr lang="zh-CN" altLang="en-US" sz="3600" dirty="0"/>
              <a:t> </a:t>
            </a:r>
            <a:r>
              <a:rPr lang="en-US" altLang="zh-CN" sz="3600" dirty="0"/>
              <a:t>see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mini</a:t>
            </a:r>
            <a:r>
              <a:rPr lang="zh-CN" altLang="en-US" sz="3600" dirty="0"/>
              <a:t> </a:t>
            </a:r>
            <a:r>
              <a:rPr lang="en-US" altLang="zh-CN" sz="3600" dirty="0"/>
              <a:t>example</a:t>
            </a:r>
            <a:r>
              <a:rPr lang="zh-CN" altLang="en-US" sz="3600" dirty="0"/>
              <a:t> </a:t>
            </a:r>
            <a:r>
              <a:rPr lang="en-US" altLang="zh-CN" sz="3600" dirty="0"/>
              <a:t>in</a:t>
            </a:r>
            <a:r>
              <a:rPr lang="zh-CN" altLang="en-US" sz="3600" dirty="0"/>
              <a:t> </a:t>
            </a:r>
            <a:r>
              <a:rPr lang="en-US" altLang="zh-CN" sz="3600" dirty="0" err="1"/>
              <a:t>CMake</a:t>
            </a:r>
            <a:r>
              <a:rPr lang="zh-CN" altLang="en-US" sz="3600" dirty="0"/>
              <a:t> </a:t>
            </a:r>
            <a:r>
              <a:rPr lang="en-US" altLang="zh-CN" sz="3600" dirty="0"/>
              <a:t>version.</a:t>
            </a:r>
            <a:endParaRPr lang="en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77267-70A3-8CC1-A15F-5ECDFF6EC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10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16638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4DF4C-F8DE-068D-2BB8-13149D262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/>
              <a:t>Three</a:t>
            </a:r>
            <a:r>
              <a:rPr lang="zh-CN" altLang="en-US" sz="5400" dirty="0"/>
              <a:t> </a:t>
            </a:r>
            <a:r>
              <a:rPr lang="en-US" altLang="zh-CN" sz="5400" dirty="0"/>
              <a:t>little</a:t>
            </a:r>
            <a:r>
              <a:rPr lang="zh-CN" altLang="en-US" sz="5400" dirty="0"/>
              <a:t> </a:t>
            </a:r>
            <a:r>
              <a:rPr lang="en-US" altLang="zh-CN" sz="5400" dirty="0"/>
              <a:t>games…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CFF6D-B78E-FFBB-790A-F3C535BB1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What</a:t>
            </a:r>
            <a:r>
              <a:rPr lang="zh-CN" altLang="en-US" sz="3600" dirty="0"/>
              <a:t> </a:t>
            </a:r>
            <a:r>
              <a:rPr lang="en-US" altLang="zh-CN" sz="3600" dirty="0"/>
              <a:t>if</a:t>
            </a:r>
            <a:r>
              <a:rPr lang="zh-CN" altLang="en-US" sz="3600" dirty="0"/>
              <a:t> </a:t>
            </a:r>
            <a:r>
              <a:rPr lang="en-US" altLang="zh-CN" sz="3600" dirty="0"/>
              <a:t>I</a:t>
            </a:r>
            <a:r>
              <a:rPr lang="zh-CN" altLang="en-US" sz="3600" dirty="0"/>
              <a:t> </a:t>
            </a:r>
            <a:r>
              <a:rPr lang="en-US" altLang="zh-CN" sz="3600" dirty="0"/>
              <a:t>modified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header</a:t>
            </a:r>
            <a:r>
              <a:rPr lang="zh-CN" altLang="en-US" sz="3600" dirty="0"/>
              <a:t> </a:t>
            </a:r>
            <a:r>
              <a:rPr lang="en-US" altLang="zh-CN" sz="3600" dirty="0"/>
              <a:t>file?</a:t>
            </a:r>
          </a:p>
          <a:p>
            <a:pPr lvl="1"/>
            <a:r>
              <a:rPr lang="en-US" altLang="zh-CN" sz="3200" dirty="0" err="1"/>
              <a:t>CMake</a:t>
            </a:r>
            <a:r>
              <a:rPr lang="zh-CN" altLang="en-US" sz="3200" dirty="0"/>
              <a:t> </a:t>
            </a:r>
            <a:r>
              <a:rPr lang="en-US" altLang="zh-CN" sz="3200" dirty="0"/>
              <a:t>“listens”</a:t>
            </a:r>
            <a:r>
              <a:rPr lang="zh-CN" altLang="en-US" sz="3200" dirty="0"/>
              <a:t> </a:t>
            </a:r>
            <a:r>
              <a:rPr lang="en-US" altLang="zh-CN" sz="3200" dirty="0"/>
              <a:t>header</a:t>
            </a:r>
            <a:r>
              <a:rPr lang="zh-CN" altLang="en-US" sz="3200" dirty="0"/>
              <a:t> </a:t>
            </a:r>
            <a:r>
              <a:rPr lang="en-US" altLang="zh-CN" sz="3200" dirty="0"/>
              <a:t>files</a:t>
            </a:r>
          </a:p>
          <a:p>
            <a:r>
              <a:rPr lang="en-US" altLang="zh-CN" sz="3600" dirty="0"/>
              <a:t>What</a:t>
            </a:r>
            <a:r>
              <a:rPr lang="zh-CN" altLang="en-US" sz="3600" dirty="0"/>
              <a:t> </a:t>
            </a:r>
            <a:r>
              <a:rPr lang="en-US" altLang="zh-CN" sz="3600" dirty="0"/>
              <a:t>if</a:t>
            </a:r>
            <a:r>
              <a:rPr lang="zh-CN" altLang="en-US" sz="3600" dirty="0"/>
              <a:t> </a:t>
            </a:r>
            <a:r>
              <a:rPr lang="en-US" altLang="zh-CN" sz="3600" dirty="0"/>
              <a:t>I</a:t>
            </a:r>
            <a:r>
              <a:rPr lang="zh-CN" altLang="en-US" sz="3600" dirty="0"/>
              <a:t> </a:t>
            </a:r>
            <a:r>
              <a:rPr lang="en-US" altLang="zh-CN" sz="3600" dirty="0"/>
              <a:t>move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shared</a:t>
            </a:r>
            <a:r>
              <a:rPr lang="zh-CN" altLang="en-US" sz="3600" dirty="0"/>
              <a:t> </a:t>
            </a:r>
            <a:r>
              <a:rPr lang="en-US" altLang="zh-CN" sz="3600" dirty="0"/>
              <a:t>object</a:t>
            </a:r>
            <a:r>
              <a:rPr lang="zh-CN" altLang="en-US" sz="3600" dirty="0"/>
              <a:t> </a:t>
            </a:r>
            <a:r>
              <a:rPr lang="en-US" altLang="zh-CN" sz="3600" dirty="0"/>
              <a:t>away?</a:t>
            </a:r>
          </a:p>
          <a:p>
            <a:pPr lvl="1"/>
            <a:r>
              <a:rPr lang="en-US" altLang="zh-CN" sz="3200" dirty="0"/>
              <a:t>Shared</a:t>
            </a:r>
            <a:r>
              <a:rPr lang="zh-CN" altLang="en-US" sz="3200" dirty="0"/>
              <a:t> </a:t>
            </a:r>
            <a:r>
              <a:rPr lang="en-US" altLang="zh-CN" sz="3200" dirty="0"/>
              <a:t>objects</a:t>
            </a:r>
            <a:r>
              <a:rPr lang="zh-CN" altLang="en-US" sz="3200" dirty="0"/>
              <a:t> </a:t>
            </a:r>
            <a:r>
              <a:rPr lang="en-US" altLang="zh-CN" sz="3200" dirty="0"/>
              <a:t>are</a:t>
            </a:r>
            <a:r>
              <a:rPr lang="zh-CN" altLang="en-US" sz="3200" dirty="0"/>
              <a:t> </a:t>
            </a:r>
            <a:r>
              <a:rPr lang="en-US" altLang="zh-CN" sz="3200" dirty="0"/>
              <a:t>searched</a:t>
            </a:r>
            <a:r>
              <a:rPr lang="zh-CN" altLang="en-US" sz="3200" dirty="0"/>
              <a:t> </a:t>
            </a:r>
            <a:r>
              <a:rPr lang="en-US" altLang="zh-CN" sz="3200" dirty="0"/>
              <a:t>from</a:t>
            </a:r>
            <a:r>
              <a:rPr lang="zh-CN" altLang="en-US" sz="3200" dirty="0"/>
              <a:t> </a:t>
            </a:r>
            <a:r>
              <a:rPr lang="en-US" altLang="zh-CN" sz="3200" dirty="0"/>
              <a:t>ENV</a:t>
            </a:r>
          </a:p>
          <a:p>
            <a:r>
              <a:rPr lang="en-US" altLang="zh-CN" sz="3600" dirty="0"/>
              <a:t>What</a:t>
            </a:r>
            <a:r>
              <a:rPr lang="zh-CN" altLang="en-US" sz="3600" dirty="0"/>
              <a:t> </a:t>
            </a:r>
            <a:r>
              <a:rPr lang="en-US" altLang="zh-CN" sz="3600" dirty="0"/>
              <a:t>if</a:t>
            </a:r>
            <a:r>
              <a:rPr lang="zh-CN" altLang="en-US" sz="3600" dirty="0"/>
              <a:t> </a:t>
            </a:r>
            <a:r>
              <a:rPr lang="en-US" altLang="zh-CN" sz="3600" dirty="0"/>
              <a:t>I</a:t>
            </a:r>
            <a:r>
              <a:rPr lang="zh-CN" altLang="en-US" sz="3600" dirty="0"/>
              <a:t> </a:t>
            </a:r>
            <a:r>
              <a:rPr lang="en-US" altLang="zh-CN" sz="3600" dirty="0"/>
              <a:t>magically</a:t>
            </a:r>
            <a:r>
              <a:rPr lang="zh-CN" altLang="en-US" sz="3600" dirty="0"/>
              <a:t> </a:t>
            </a:r>
            <a:r>
              <a:rPr lang="en-US" altLang="zh-CN" sz="3600" dirty="0"/>
              <a:t>know</a:t>
            </a:r>
            <a:r>
              <a:rPr lang="zh-CN" altLang="en-US" sz="3600" dirty="0"/>
              <a:t> </a:t>
            </a:r>
            <a:r>
              <a:rPr lang="en-US" altLang="zh-CN" sz="3600" dirty="0"/>
              <a:t>something</a:t>
            </a:r>
            <a:r>
              <a:rPr lang="zh-CN" altLang="en-US" sz="3600" dirty="0"/>
              <a:t> </a:t>
            </a:r>
            <a:r>
              <a:rPr lang="en-US" altLang="zh-CN" sz="3600" dirty="0"/>
              <a:t>I</a:t>
            </a:r>
            <a:r>
              <a:rPr lang="zh-CN" altLang="en-US" sz="3600" dirty="0"/>
              <a:t> </a:t>
            </a:r>
            <a:r>
              <a:rPr lang="en-US" altLang="zh-CN" sz="3600" dirty="0"/>
              <a:t>shouldn’t?</a:t>
            </a:r>
          </a:p>
          <a:p>
            <a:pPr lvl="1"/>
            <a:r>
              <a:rPr lang="en-US" altLang="zh-CN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zh-CN" altLang="en-US" sz="3200" dirty="0"/>
              <a:t> </a:t>
            </a:r>
            <a:r>
              <a:rPr lang="en-US" altLang="zh-CN" sz="3200" dirty="0"/>
              <a:t>hides</a:t>
            </a:r>
            <a:r>
              <a:rPr lang="zh-CN" altLang="en-US" sz="3200" dirty="0"/>
              <a:t> </a:t>
            </a:r>
            <a:r>
              <a:rPr lang="en-US" altLang="zh-CN" sz="3200" dirty="0" err="1"/>
              <a:t>dll</a:t>
            </a:r>
            <a:r>
              <a:rPr lang="zh-CN" altLang="en-US" sz="3200" dirty="0"/>
              <a:t> </a:t>
            </a:r>
            <a:r>
              <a:rPr lang="en-US" altLang="zh-CN" sz="3200" dirty="0"/>
              <a:t>exportation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58E21-CB09-266A-4560-9B070504A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11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41650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B1114-69EE-3C05-FBCF-48BDE976A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347"/>
            <a:ext cx="10515600" cy="1325563"/>
          </a:xfrm>
        </p:spPr>
        <p:txBody>
          <a:bodyPr>
            <a:normAutofit/>
          </a:bodyPr>
          <a:lstStyle/>
          <a:p>
            <a:r>
              <a:rPr lang="en-CN" sz="5400" dirty="0"/>
              <a:t>Egg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1815B-F0FC-DD9D-5A06-3687F4CD7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2114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Compilation</a:t>
            </a:r>
            <a:r>
              <a:rPr lang="zh-CN" altLang="en-US" sz="3600" dirty="0"/>
              <a:t> </a:t>
            </a:r>
            <a:r>
              <a:rPr lang="en-US" altLang="zh-CN" sz="3600" dirty="0"/>
              <a:t>database</a:t>
            </a:r>
          </a:p>
          <a:p>
            <a:pPr lvl="1"/>
            <a:r>
              <a:rPr lang="en-US" altLang="zh-CN" sz="3200" dirty="0"/>
              <a:t>-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DCMAKE_EXPORT_COMPILE_COMMANDS=ON</a:t>
            </a:r>
          </a:p>
          <a:p>
            <a:r>
              <a:rPr lang="en-CN" sz="3600" dirty="0"/>
              <a:t>Be</a:t>
            </a:r>
            <a:r>
              <a:rPr lang="en-US" altLang="zh-CN" sz="3600" dirty="0"/>
              <a:t>sides,</a:t>
            </a:r>
            <a:r>
              <a:rPr lang="zh-CN" altLang="en-US" sz="3600" dirty="0"/>
              <a:t> </a:t>
            </a:r>
            <a:r>
              <a:rPr lang="en-US" altLang="zh-CN" sz="3600" dirty="0"/>
              <a:t>modularly</a:t>
            </a:r>
            <a:r>
              <a:rPr lang="zh-CN" altLang="en-US" sz="3600" dirty="0"/>
              <a:t> </a:t>
            </a:r>
            <a:r>
              <a:rPr lang="en-US" altLang="zh-CN" sz="3600" dirty="0"/>
              <a:t>enable</a:t>
            </a:r>
            <a:r>
              <a:rPr lang="zh-CN" altLang="en-US" sz="3600" dirty="0"/>
              <a:t> </a:t>
            </a:r>
            <a:r>
              <a:rPr lang="en-US" altLang="zh-CN" sz="3600" dirty="0"/>
              <a:t>project</a:t>
            </a:r>
            <a:r>
              <a:rPr lang="zh-CN" altLang="en-US" sz="3600" dirty="0"/>
              <a:t> </a:t>
            </a:r>
            <a:r>
              <a:rPr lang="en-US" altLang="zh-CN" sz="3600" dirty="0"/>
              <a:t>options</a:t>
            </a:r>
            <a:endParaRPr lang="en-CN" sz="3600" dirty="0"/>
          </a:p>
          <a:p>
            <a:r>
              <a:rPr lang="en-CN" sz="3600" dirty="0"/>
              <a:t>My</a:t>
            </a:r>
            <a:r>
              <a:rPr lang="zh-CN" altLang="en-US" sz="3600" dirty="0"/>
              <a:t> </a:t>
            </a:r>
            <a:r>
              <a:rPr lang="en-US" altLang="zh-CN" sz="3600" dirty="0" err="1"/>
              <a:t>llvm</a:t>
            </a:r>
            <a:r>
              <a:rPr lang="zh-CN" altLang="en-US" sz="3600" dirty="0"/>
              <a:t> </a:t>
            </a:r>
            <a:r>
              <a:rPr lang="en-US" altLang="zh-CN" sz="3600" dirty="0"/>
              <a:t>build</a:t>
            </a:r>
            <a:r>
              <a:rPr lang="zh-CN" altLang="en-US" sz="3600" dirty="0"/>
              <a:t> </a:t>
            </a:r>
            <a:r>
              <a:rPr lang="en-US" altLang="zh-CN" sz="3600" dirty="0"/>
              <a:t>options</a:t>
            </a:r>
          </a:p>
          <a:p>
            <a:pPr lvl="1"/>
            <a:endParaRPr lang="en-C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413BD-81ED-5B58-37B5-D9DCF1889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12</a:t>
            </a:fld>
            <a:endParaRPr lang="en-CN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F2834CF-A34A-A9B7-B35F-336F9E018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1046" y="3863947"/>
            <a:ext cx="9353843" cy="292387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N" altLang="en-CN" sz="23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cmake ../llvm-project/llvm \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3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 </a:t>
            </a:r>
            <a:r>
              <a:rPr kumimoji="0" lang="en-CN" altLang="en-CN" sz="23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-DCMAKE_BUILD_TYPE=RelWithDebInfo \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3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 </a:t>
            </a:r>
            <a:r>
              <a:rPr kumimoji="0" lang="en-CN" altLang="en-CN" sz="23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-DCMAKE_EXPORT_COMPILE_COMMANDS=ON \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3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 </a:t>
            </a:r>
            <a:r>
              <a:rPr kumimoji="0" lang="en-CN" altLang="en-CN" sz="23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-DLLVM_ENABLE_EH=ON \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3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 </a:t>
            </a:r>
            <a:r>
              <a:rPr kumimoji="0" lang="en-CN" altLang="en-CN" sz="23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-DLLVM_ENABLE_RTTI=ON \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3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 </a:t>
            </a:r>
            <a:r>
              <a:rPr kumimoji="0" lang="en-CN" altLang="en-CN" sz="23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-DCMAKE_INSTALL_PREFIX=$HOME/repos/llvm-install \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3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 </a:t>
            </a:r>
            <a:r>
              <a:rPr kumimoji="0" lang="en-CN" altLang="en-CN" sz="23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-DLLVM_TARGETS_TO_BUILD="host" \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3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 </a:t>
            </a:r>
            <a:r>
              <a:rPr kumimoji="0" lang="en-CN" altLang="en-CN" sz="23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-DLLVM_ENABLE_PROJECTS="clang"</a:t>
            </a:r>
          </a:p>
        </p:txBody>
      </p:sp>
    </p:spTree>
    <p:extLst>
      <p:ext uri="{BB962C8B-B14F-4D97-AF65-F5344CB8AC3E}">
        <p14:creationId xmlns:p14="http://schemas.microsoft.com/office/powerpoint/2010/main" val="17659723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5E85A-42B8-79B2-0E91-4EBA56CFA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13</a:t>
            </a:fld>
            <a:endParaRPr lang="en-CN"/>
          </a:p>
        </p:txBody>
      </p:sp>
      <p:pic>
        <p:nvPicPr>
          <p:cNvPr id="13" name="Content Placeholder 9" descr="User with solid fill">
            <a:extLst>
              <a:ext uri="{FF2B5EF4-FFF2-40B4-BE49-F238E27FC236}">
                <a16:creationId xmlns:a16="http://schemas.microsoft.com/office/drawing/2014/main" id="{A7A97D0F-72FD-DD73-4A8A-A21C8D1CF4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2286" y="4856103"/>
            <a:ext cx="1663700" cy="1663700"/>
          </a:xfrm>
          <a:prstGeom prst="rect">
            <a:avLst/>
          </a:prstGeom>
        </p:spPr>
      </p:pic>
      <p:pic>
        <p:nvPicPr>
          <p:cNvPr id="14" name="Content Placeholder 9" descr="User with solid fill">
            <a:extLst>
              <a:ext uri="{FF2B5EF4-FFF2-40B4-BE49-F238E27FC236}">
                <a16:creationId xmlns:a16="http://schemas.microsoft.com/office/drawing/2014/main" id="{88124308-2603-BE3A-4881-19DFF75B2E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17409" y="3583255"/>
            <a:ext cx="1663700" cy="1663700"/>
          </a:xfrm>
          <a:prstGeom prst="rect">
            <a:avLst/>
          </a:prstGeom>
        </p:spPr>
      </p:pic>
      <p:sp>
        <p:nvSpPr>
          <p:cNvPr id="15" name="Cloud 14">
            <a:extLst>
              <a:ext uri="{FF2B5EF4-FFF2-40B4-BE49-F238E27FC236}">
                <a16:creationId xmlns:a16="http://schemas.microsoft.com/office/drawing/2014/main" id="{B86FBC2D-F92F-D3D4-9D84-A58BAC11DFD8}"/>
              </a:ext>
            </a:extLst>
          </p:cNvPr>
          <p:cNvSpPr/>
          <p:nvPr/>
        </p:nvSpPr>
        <p:spPr>
          <a:xfrm>
            <a:off x="340650" y="2044700"/>
            <a:ext cx="5778500" cy="2768600"/>
          </a:xfrm>
          <a:prstGeom prst="cloud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A12179-01D0-614B-F260-E7C31543574B}"/>
              </a:ext>
            </a:extLst>
          </p:cNvPr>
          <p:cNvSpPr txBox="1"/>
          <p:nvPr/>
        </p:nvSpPr>
        <p:spPr>
          <a:xfrm>
            <a:off x="938114" y="2397948"/>
            <a:ext cx="502863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Fewer</a:t>
            </a:r>
            <a:r>
              <a:rPr lang="zh-CN" altLang="en-US" sz="3200" dirty="0"/>
              <a:t> </a:t>
            </a:r>
            <a:r>
              <a:rPr lang="en-US" altLang="zh-CN" sz="3200" dirty="0"/>
              <a:t>and</a:t>
            </a:r>
            <a:r>
              <a:rPr lang="zh-CN" altLang="en-US" sz="3200" dirty="0"/>
              <a:t> </a:t>
            </a:r>
            <a:r>
              <a:rPr lang="en-US" altLang="zh-CN" sz="3200" dirty="0"/>
              <a:t>fewer</a:t>
            </a:r>
            <a:r>
              <a:rPr lang="zh-CN" altLang="en-US" sz="3200" dirty="0"/>
              <a:t> </a:t>
            </a:r>
            <a:r>
              <a:rPr lang="en-US" altLang="zh-CN" sz="3200" dirty="0"/>
              <a:t>students</a:t>
            </a:r>
            <a:r>
              <a:rPr lang="zh-CN" altLang="en-US" sz="3200" dirty="0"/>
              <a:t> </a:t>
            </a:r>
            <a:r>
              <a:rPr lang="en-US" altLang="zh-CN" sz="3200" dirty="0"/>
              <a:t>are</a:t>
            </a:r>
            <a:r>
              <a:rPr lang="zh-CN" altLang="en-US" sz="3200" dirty="0"/>
              <a:t> </a:t>
            </a:r>
            <a:r>
              <a:rPr lang="en-US" altLang="zh-CN" sz="3200" dirty="0"/>
              <a:t>enrolling</a:t>
            </a:r>
            <a:r>
              <a:rPr lang="zh-CN" altLang="en-US" sz="3200" dirty="0"/>
              <a:t> </a:t>
            </a:r>
            <a:r>
              <a:rPr lang="en-US" altLang="zh-CN" sz="3200" dirty="0"/>
              <a:t>in</a:t>
            </a:r>
            <a:r>
              <a:rPr lang="zh-CN" altLang="en-US" sz="3200" dirty="0"/>
              <a:t> </a:t>
            </a:r>
            <a:r>
              <a:rPr lang="en-US" altLang="zh-CN" sz="3200" dirty="0"/>
              <a:t>C/C++</a:t>
            </a:r>
            <a:r>
              <a:rPr lang="zh-CN" altLang="en-US" sz="3200" dirty="0"/>
              <a:t> </a:t>
            </a:r>
            <a:r>
              <a:rPr lang="en-US" altLang="zh-CN" sz="3200" dirty="0"/>
              <a:t>classes,</a:t>
            </a:r>
            <a:r>
              <a:rPr lang="zh-CN" altLang="en-US" sz="3200" dirty="0"/>
              <a:t> </a:t>
            </a:r>
            <a:r>
              <a:rPr lang="en-US" altLang="zh-CN" sz="3200" dirty="0"/>
              <a:t>because</a:t>
            </a:r>
            <a:r>
              <a:rPr lang="zh-CN" altLang="en-US" sz="3200" dirty="0"/>
              <a:t> </a:t>
            </a:r>
            <a:r>
              <a:rPr lang="en-US" altLang="zh-CN" sz="3200" dirty="0"/>
              <a:t>they</a:t>
            </a:r>
            <a:r>
              <a:rPr lang="zh-CN" altLang="en-US" sz="3200" dirty="0"/>
              <a:t> </a:t>
            </a:r>
            <a:r>
              <a:rPr lang="en-US" altLang="zh-CN" sz="3200" dirty="0"/>
              <a:t>love</a:t>
            </a:r>
            <a:r>
              <a:rPr lang="zh-CN" altLang="en-US" sz="3200" dirty="0"/>
              <a:t> </a:t>
            </a:r>
            <a:r>
              <a:rPr lang="en-US" altLang="zh-CN" sz="3200" dirty="0"/>
              <a:t>Python</a:t>
            </a:r>
            <a:r>
              <a:rPr lang="zh-CN" altLang="en-US" sz="3200" dirty="0"/>
              <a:t> </a:t>
            </a:r>
            <a:r>
              <a:rPr lang="en-US" altLang="zh-CN" sz="3200" dirty="0"/>
              <a:t>for</a:t>
            </a:r>
            <a:r>
              <a:rPr lang="zh-CN" altLang="en-US" sz="3200" dirty="0"/>
              <a:t> </a:t>
            </a:r>
            <a:r>
              <a:rPr lang="en-US" altLang="zh-CN" sz="3200" dirty="0"/>
              <a:t>ML</a:t>
            </a:r>
            <a:r>
              <a:rPr lang="zh-CN" altLang="en-US" sz="3200" dirty="0"/>
              <a:t> </a:t>
            </a:r>
            <a:r>
              <a:rPr lang="en-US" altLang="zh-CN" sz="3200" dirty="0"/>
              <a:t>research.</a:t>
            </a:r>
            <a:endParaRPr lang="en-CN" sz="3200" dirty="0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D3CE4D2D-8448-B884-3B27-FD6579C072EE}"/>
              </a:ext>
            </a:extLst>
          </p:cNvPr>
          <p:cNvSpPr/>
          <p:nvPr/>
        </p:nvSpPr>
        <p:spPr>
          <a:xfrm rot="20106658" flipH="1" flipV="1">
            <a:off x="3470951" y="4297672"/>
            <a:ext cx="909403" cy="1346200"/>
          </a:xfrm>
          <a:prstGeom prst="arc">
            <a:avLst>
              <a:gd name="adj1" fmla="val 15784569"/>
              <a:gd name="adj2" fmla="val 374808"/>
            </a:avLst>
          </a:prstGeom>
          <a:ln w="317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8" name="Cloud 17">
            <a:extLst>
              <a:ext uri="{FF2B5EF4-FFF2-40B4-BE49-F238E27FC236}">
                <a16:creationId xmlns:a16="http://schemas.microsoft.com/office/drawing/2014/main" id="{7E37468D-1E48-4525-8CA5-C77CEB5C93D0}"/>
              </a:ext>
            </a:extLst>
          </p:cNvPr>
          <p:cNvSpPr/>
          <p:nvPr/>
        </p:nvSpPr>
        <p:spPr>
          <a:xfrm>
            <a:off x="6769528" y="1303671"/>
            <a:ext cx="5155635" cy="2279583"/>
          </a:xfrm>
          <a:prstGeom prst="cloud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1"/>
              </a:solidFill>
            </a:endParaRP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ACED659E-4898-C805-943D-72B3F993608C}"/>
              </a:ext>
            </a:extLst>
          </p:cNvPr>
          <p:cNvSpPr/>
          <p:nvPr/>
        </p:nvSpPr>
        <p:spPr>
          <a:xfrm rot="14918584" flipH="1" flipV="1">
            <a:off x="8408053" y="3424505"/>
            <a:ext cx="909403" cy="1346200"/>
          </a:xfrm>
          <a:prstGeom prst="arc">
            <a:avLst>
              <a:gd name="adj1" fmla="val 15784569"/>
              <a:gd name="adj2" fmla="val 374808"/>
            </a:avLst>
          </a:prstGeom>
          <a:ln w="317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E08F0F-B97B-41C3-AF69-0AFD5759BFA1}"/>
              </a:ext>
            </a:extLst>
          </p:cNvPr>
          <p:cNvSpPr txBox="1"/>
          <p:nvPr/>
        </p:nvSpPr>
        <p:spPr>
          <a:xfrm>
            <a:off x="7436046" y="1608472"/>
            <a:ext cx="44383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Just</a:t>
            </a:r>
            <a:r>
              <a:rPr lang="zh-CN" altLang="en-US" sz="3200" dirty="0"/>
              <a:t> </a:t>
            </a:r>
            <a:r>
              <a:rPr lang="en-US" altLang="zh-CN" sz="3200" dirty="0"/>
              <a:t>rename</a:t>
            </a:r>
            <a:r>
              <a:rPr lang="zh-CN" altLang="en-US" sz="3200" dirty="0"/>
              <a:t> </a:t>
            </a:r>
            <a:r>
              <a:rPr lang="en-US" altLang="zh-CN" sz="3200" dirty="0"/>
              <a:t>the</a:t>
            </a:r>
            <a:r>
              <a:rPr lang="zh-CN" altLang="en-US" sz="3200" dirty="0"/>
              <a:t> </a:t>
            </a:r>
            <a:r>
              <a:rPr lang="en-US" altLang="zh-CN" sz="3200" dirty="0"/>
              <a:t>class</a:t>
            </a:r>
            <a:r>
              <a:rPr lang="zh-CN" altLang="en-US" sz="3200" dirty="0"/>
              <a:t> </a:t>
            </a:r>
            <a:r>
              <a:rPr lang="en-US" altLang="zh-CN" sz="3200" dirty="0"/>
              <a:t>Demystifying</a:t>
            </a:r>
            <a:r>
              <a:rPr lang="zh-CN" altLang="en-US" sz="3200" dirty="0"/>
              <a:t> </a:t>
            </a:r>
            <a:r>
              <a:rPr lang="en-US" altLang="zh-CN" sz="3200" dirty="0"/>
              <a:t>Low-level</a:t>
            </a:r>
            <a:r>
              <a:rPr lang="zh-CN" altLang="en-US" sz="3200" dirty="0"/>
              <a:t> </a:t>
            </a:r>
            <a:r>
              <a:rPr lang="en-US" altLang="zh-CN" sz="3200" dirty="0" err="1"/>
              <a:t>Impl</a:t>
            </a:r>
            <a:r>
              <a:rPr lang="zh-CN" altLang="en-US" sz="3200" dirty="0"/>
              <a:t> </a:t>
            </a:r>
            <a:r>
              <a:rPr lang="en-US" altLang="zh-CN" sz="3200" dirty="0"/>
              <a:t>of</a:t>
            </a:r>
            <a:r>
              <a:rPr lang="zh-CN" altLang="en-US" sz="3200" dirty="0"/>
              <a:t> </a:t>
            </a:r>
            <a:r>
              <a:rPr lang="en-US" altLang="zh-CN" sz="3200" dirty="0" err="1"/>
              <a:t>PyTorch</a:t>
            </a:r>
            <a:r>
              <a:rPr lang="en-US" altLang="zh-CN" sz="3200" dirty="0"/>
              <a:t>!</a:t>
            </a:r>
            <a:endParaRPr lang="en-CN" sz="3200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042059E-67E1-9A64-B3A1-3D1D708BB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6000" dirty="0"/>
              <a:t>Homework</a:t>
            </a:r>
            <a:endParaRPr lang="en-CN" sz="6000" dirty="0"/>
          </a:p>
        </p:txBody>
      </p:sp>
    </p:spTree>
    <p:extLst>
      <p:ext uri="{BB962C8B-B14F-4D97-AF65-F5344CB8AC3E}">
        <p14:creationId xmlns:p14="http://schemas.microsoft.com/office/powerpoint/2010/main" val="3354263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A2750-7483-8086-6A51-C02221A43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/>
              <a:t>Motivation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AC5CC-11FC-BC5B-ED6D-2E3FED225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What</a:t>
            </a:r>
            <a:r>
              <a:rPr lang="zh-CN" altLang="en-US" sz="3600" dirty="0"/>
              <a:t> </a:t>
            </a:r>
            <a:r>
              <a:rPr lang="en-US" altLang="zh-CN" sz="3600" dirty="0"/>
              <a:t>is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trade-off</a:t>
            </a:r>
            <a:r>
              <a:rPr lang="zh-CN" altLang="en-US" sz="3600" dirty="0"/>
              <a:t> </a:t>
            </a:r>
            <a:r>
              <a:rPr lang="en-US" altLang="zh-CN" sz="3600" dirty="0"/>
              <a:t>between</a:t>
            </a:r>
            <a:r>
              <a:rPr lang="zh-CN" altLang="en-US" sz="3600" dirty="0"/>
              <a:t> </a:t>
            </a:r>
            <a:r>
              <a:rPr lang="en-US" altLang="zh-CN" sz="3600" dirty="0"/>
              <a:t>C++</a:t>
            </a:r>
            <a:r>
              <a:rPr lang="zh-CN" altLang="en-US" sz="3600" dirty="0"/>
              <a:t> </a:t>
            </a:r>
            <a:r>
              <a:rPr lang="en-US" altLang="zh-CN" sz="3600" dirty="0"/>
              <a:t>and</a:t>
            </a:r>
            <a:r>
              <a:rPr lang="zh-CN" altLang="en-US" sz="3600" dirty="0"/>
              <a:t> </a:t>
            </a:r>
            <a:r>
              <a:rPr lang="en-US" altLang="zh-CN" sz="3600" dirty="0"/>
              <a:t>Python?</a:t>
            </a:r>
          </a:p>
          <a:p>
            <a:pPr lvl="1"/>
            <a:r>
              <a:rPr lang="en-US" altLang="zh-CN" sz="3200" dirty="0"/>
              <a:t>Performance</a:t>
            </a:r>
            <a:r>
              <a:rPr lang="zh-CN" altLang="en-US" sz="3200" dirty="0"/>
              <a:t> </a:t>
            </a:r>
            <a:r>
              <a:rPr lang="en-US" altLang="zh-CN" sz="3200" dirty="0"/>
              <a:t>vs</a:t>
            </a:r>
            <a:r>
              <a:rPr lang="zh-CN" altLang="en-US" sz="3200" dirty="0"/>
              <a:t> </a:t>
            </a:r>
            <a:r>
              <a:rPr lang="en-US" altLang="zh-CN" sz="3200" dirty="0"/>
              <a:t>developer</a:t>
            </a:r>
            <a:r>
              <a:rPr lang="zh-CN" altLang="en-US" sz="3200" dirty="0"/>
              <a:t> </a:t>
            </a:r>
            <a:r>
              <a:rPr lang="en-US" altLang="zh-CN" sz="3200" dirty="0"/>
              <a:t>experience</a:t>
            </a:r>
          </a:p>
          <a:p>
            <a:r>
              <a:rPr lang="en-US" altLang="zh-CN" sz="3600" dirty="0"/>
              <a:t>Can</a:t>
            </a:r>
            <a:r>
              <a:rPr lang="zh-CN" altLang="en-US" sz="3600" dirty="0"/>
              <a:t> </a:t>
            </a:r>
            <a:r>
              <a:rPr lang="en-US" altLang="zh-CN" sz="3600" dirty="0"/>
              <a:t>we</a:t>
            </a:r>
            <a:r>
              <a:rPr lang="zh-CN" altLang="en-US" sz="3600" dirty="0"/>
              <a:t> </a:t>
            </a:r>
            <a:r>
              <a:rPr lang="en-US" altLang="zh-CN" sz="3600" dirty="0"/>
              <a:t>bypass</a:t>
            </a:r>
            <a:r>
              <a:rPr lang="zh-CN" altLang="en-US" sz="3600" dirty="0"/>
              <a:t> </a:t>
            </a:r>
            <a:r>
              <a:rPr lang="en-US" altLang="zh-CN" sz="3600" dirty="0"/>
              <a:t>this</a:t>
            </a:r>
            <a:r>
              <a:rPr lang="zh-CN" altLang="en-US" sz="3600" dirty="0"/>
              <a:t> </a:t>
            </a:r>
            <a:r>
              <a:rPr lang="en-US" altLang="zh-CN" sz="3600" dirty="0"/>
              <a:t>trade-off?</a:t>
            </a:r>
          </a:p>
          <a:p>
            <a:pPr lvl="1"/>
            <a:r>
              <a:rPr lang="en-US" altLang="zh-CN" sz="3200" dirty="0"/>
              <a:t>Glue</a:t>
            </a:r>
            <a:r>
              <a:rPr lang="zh-CN" altLang="en-US" sz="3200" dirty="0"/>
              <a:t> </a:t>
            </a:r>
            <a:r>
              <a:rPr lang="en-US" altLang="zh-CN" sz="3200" dirty="0"/>
              <a:t>on</a:t>
            </a:r>
            <a:r>
              <a:rPr lang="zh-CN" altLang="en-US" sz="3200" dirty="0"/>
              <a:t> </a:t>
            </a:r>
            <a:r>
              <a:rPr lang="en-US" altLang="zh-CN" sz="3200" dirty="0"/>
              <a:t>Python,</a:t>
            </a:r>
            <a:r>
              <a:rPr lang="zh-CN" altLang="en-US" sz="3200" dirty="0"/>
              <a:t> </a:t>
            </a:r>
            <a:r>
              <a:rPr lang="en-US" altLang="zh-CN" sz="3200" dirty="0"/>
              <a:t>but</a:t>
            </a:r>
            <a:r>
              <a:rPr lang="zh-CN" altLang="en-US" sz="3200" dirty="0"/>
              <a:t> </a:t>
            </a:r>
            <a:r>
              <a:rPr lang="en-US" altLang="zh-CN" sz="3200" dirty="0"/>
              <a:t>performance-critical</a:t>
            </a:r>
            <a:r>
              <a:rPr lang="zh-CN" altLang="en-US" sz="3200" dirty="0"/>
              <a:t> </a:t>
            </a:r>
            <a:r>
              <a:rPr lang="en-US" altLang="zh-CN" sz="3200" dirty="0"/>
              <a:t>on</a:t>
            </a:r>
            <a:r>
              <a:rPr lang="zh-CN" altLang="en-US" sz="3200" dirty="0"/>
              <a:t> </a:t>
            </a:r>
            <a:r>
              <a:rPr lang="en-US" altLang="zh-CN" sz="3200" dirty="0"/>
              <a:t>C++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0BBC5B-BB1D-C4A1-6228-FE966B2E4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14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45214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EC236-A04D-77AD-25A6-E337E4D23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3214"/>
            <a:ext cx="10515600" cy="1652411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Goal:</a:t>
            </a:r>
            <a:r>
              <a:rPr lang="zh-CN" altLang="en-US" sz="5400" dirty="0"/>
              <a:t> </a:t>
            </a:r>
            <a:r>
              <a:rPr lang="en-US" altLang="zh-CN" sz="5400" dirty="0"/>
              <a:t>Execute</a:t>
            </a:r>
            <a:r>
              <a:rPr lang="zh-CN" altLang="en-US" sz="5400" dirty="0"/>
              <a:t> </a:t>
            </a:r>
            <a:r>
              <a:rPr lang="en-US" altLang="zh-CN" sz="5400" dirty="0"/>
              <a:t>C++</a:t>
            </a:r>
            <a:r>
              <a:rPr lang="zh-CN" altLang="en-US" sz="5400" dirty="0"/>
              <a:t> </a:t>
            </a:r>
            <a:r>
              <a:rPr lang="en-US" altLang="zh-CN" sz="5400" dirty="0"/>
              <a:t>code</a:t>
            </a:r>
            <a:r>
              <a:rPr lang="zh-CN" altLang="en-US" sz="5400" dirty="0"/>
              <a:t> </a:t>
            </a:r>
            <a:r>
              <a:rPr lang="en-US" altLang="zh-CN" sz="5400" dirty="0"/>
              <a:t>on</a:t>
            </a:r>
            <a:r>
              <a:rPr lang="zh-CN" altLang="en-US" sz="5400" dirty="0"/>
              <a:t> </a:t>
            </a:r>
            <a:r>
              <a:rPr lang="en-US" altLang="zh-CN" sz="5400" dirty="0"/>
              <a:t>upon</a:t>
            </a:r>
            <a:r>
              <a:rPr lang="zh-CN" altLang="en-US" sz="5400" dirty="0"/>
              <a:t> </a:t>
            </a:r>
            <a:r>
              <a:rPr lang="en-US" altLang="zh-CN" sz="5400" dirty="0"/>
              <a:t>Python</a:t>
            </a:r>
            <a:r>
              <a:rPr lang="zh-CN" altLang="en-US" sz="5400" dirty="0"/>
              <a:t> </a:t>
            </a:r>
            <a:r>
              <a:rPr lang="en-US" altLang="zh-CN" sz="5400" dirty="0"/>
              <a:t>invocation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0A427-576B-6F34-55AF-687ECF58C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57382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What</a:t>
            </a:r>
            <a:r>
              <a:rPr lang="zh-CN" altLang="en-US" sz="3600" dirty="0"/>
              <a:t> </a:t>
            </a:r>
            <a:r>
              <a:rPr lang="en-US" altLang="zh-CN" sz="3600" dirty="0"/>
              <a:t>can</a:t>
            </a:r>
            <a:r>
              <a:rPr lang="zh-CN" altLang="en-US" sz="3600" dirty="0"/>
              <a:t> </a:t>
            </a:r>
            <a:r>
              <a:rPr lang="en-US" altLang="zh-CN" sz="3600" dirty="0"/>
              <a:t>we</a:t>
            </a:r>
            <a:r>
              <a:rPr lang="zh-CN" altLang="en-US" sz="3600" dirty="0"/>
              <a:t> </a:t>
            </a:r>
            <a:r>
              <a:rPr lang="en-US" altLang="zh-CN" sz="3600" dirty="0"/>
              <a:t>expose</a:t>
            </a:r>
            <a:r>
              <a:rPr lang="zh-CN" altLang="en-US" sz="3600" dirty="0"/>
              <a:t> </a:t>
            </a:r>
            <a:r>
              <a:rPr lang="en-US" altLang="zh-CN" sz="3600" dirty="0"/>
              <a:t>from</a:t>
            </a:r>
            <a:r>
              <a:rPr lang="zh-CN" altLang="en-US" sz="3600" dirty="0"/>
              <a:t> </a:t>
            </a:r>
            <a:r>
              <a:rPr lang="en-US" altLang="zh-CN" sz="3600" dirty="0"/>
              <a:t>C++</a:t>
            </a:r>
            <a:r>
              <a:rPr lang="zh-CN" altLang="en-US" sz="3600" dirty="0"/>
              <a:t> </a:t>
            </a:r>
            <a:r>
              <a:rPr lang="en-US" altLang="zh-CN" sz="3600" dirty="0"/>
              <a:t>to</a:t>
            </a:r>
            <a:r>
              <a:rPr lang="zh-CN" altLang="en-US" sz="3600" dirty="0"/>
              <a:t> </a:t>
            </a:r>
            <a:r>
              <a:rPr lang="en-US" altLang="zh-CN" sz="3600" dirty="0"/>
              <a:t>Python?</a:t>
            </a:r>
          </a:p>
          <a:p>
            <a:pPr lvl="1"/>
            <a:r>
              <a:rPr lang="en-US" altLang="zh-CN" sz="3200" dirty="0"/>
              <a:t>Shared</a:t>
            </a:r>
            <a:r>
              <a:rPr lang="zh-CN" altLang="en-US" sz="3200" dirty="0"/>
              <a:t> </a:t>
            </a:r>
            <a:r>
              <a:rPr lang="en-US" altLang="zh-CN" sz="3200" dirty="0"/>
              <a:t>object</a:t>
            </a:r>
          </a:p>
          <a:p>
            <a:pPr lvl="1"/>
            <a:r>
              <a:rPr lang="en-US" altLang="zh-CN" sz="3200" dirty="0"/>
              <a:t>Hint:</a:t>
            </a:r>
            <a:r>
              <a:rPr lang="zh-CN" altLang="en-US" sz="3200" dirty="0"/>
              <a:t> </a:t>
            </a:r>
            <a:r>
              <a:rPr lang="en-US" altLang="zh-CN" sz="3200" dirty="0"/>
              <a:t>You</a:t>
            </a:r>
            <a:r>
              <a:rPr lang="zh-CN" altLang="en-US" sz="3200" dirty="0"/>
              <a:t> </a:t>
            </a:r>
            <a:r>
              <a:rPr lang="en-US" altLang="zh-CN" sz="3200" dirty="0"/>
              <a:t>still</a:t>
            </a:r>
            <a:r>
              <a:rPr lang="zh-CN" altLang="en-US" sz="3200" dirty="0"/>
              <a:t> </a:t>
            </a:r>
            <a:r>
              <a:rPr lang="en-US" altLang="zh-CN" sz="3200" dirty="0"/>
              <a:t>need</a:t>
            </a:r>
            <a:r>
              <a:rPr lang="zh-CN" altLang="en-US" sz="3200" dirty="0"/>
              <a:t> </a:t>
            </a:r>
            <a:r>
              <a:rPr lang="en-US" altLang="zh-CN" sz="3200" dirty="0"/>
              <a:t>extern</a:t>
            </a:r>
            <a:r>
              <a:rPr lang="zh-CN" altLang="en-US" sz="3200" dirty="0"/>
              <a:t> </a:t>
            </a:r>
            <a:r>
              <a:rPr lang="en-US" altLang="zh-CN" sz="3200" dirty="0"/>
              <a:t>C</a:t>
            </a:r>
          </a:p>
          <a:p>
            <a:r>
              <a:rPr lang="en-US" altLang="zh-CN" sz="3600" dirty="0"/>
              <a:t>How</a:t>
            </a:r>
            <a:r>
              <a:rPr lang="zh-CN" altLang="en-US" sz="3600" dirty="0"/>
              <a:t> </a:t>
            </a:r>
            <a:r>
              <a:rPr lang="en-US" altLang="zh-CN" sz="3600" dirty="0"/>
              <a:t>can</a:t>
            </a:r>
            <a:r>
              <a:rPr lang="zh-CN" altLang="en-US" sz="3600" dirty="0"/>
              <a:t> </a:t>
            </a:r>
            <a:r>
              <a:rPr lang="en-US" altLang="zh-CN" sz="3600" dirty="0"/>
              <a:t>Python</a:t>
            </a:r>
            <a:r>
              <a:rPr lang="zh-CN" altLang="en-US" sz="3600" dirty="0"/>
              <a:t> </a:t>
            </a:r>
            <a:r>
              <a:rPr lang="en-US" altLang="zh-CN" sz="3600" dirty="0"/>
              <a:t>invoke</a:t>
            </a:r>
            <a:r>
              <a:rPr lang="zh-CN" altLang="en-US" sz="3600" dirty="0"/>
              <a:t> </a:t>
            </a:r>
            <a:r>
              <a:rPr lang="en-US" altLang="zh-CN" sz="3600" dirty="0"/>
              <a:t>a</a:t>
            </a:r>
            <a:r>
              <a:rPr lang="zh-CN" altLang="en-US" sz="3600" dirty="0"/>
              <a:t> </a:t>
            </a:r>
            <a:r>
              <a:rPr lang="en-US" altLang="zh-CN" sz="3600" dirty="0"/>
              <a:t>C++</a:t>
            </a:r>
            <a:r>
              <a:rPr lang="zh-CN" altLang="en-US" sz="3600" dirty="0"/>
              <a:t> </a:t>
            </a:r>
            <a:r>
              <a:rPr lang="en-US" altLang="zh-CN" sz="3600" dirty="0"/>
              <a:t>function?</a:t>
            </a:r>
          </a:p>
          <a:p>
            <a:pPr lvl="1"/>
            <a:r>
              <a:rPr lang="en-CN" sz="3200" dirty="0"/>
              <a:t>c</a:t>
            </a:r>
            <a:r>
              <a:rPr lang="en-US" altLang="zh-CN" sz="3200" dirty="0"/>
              <a:t>types</a:t>
            </a:r>
            <a:r>
              <a:rPr lang="zh-CN" altLang="en-US" sz="3200" dirty="0"/>
              <a:t> </a:t>
            </a:r>
            <a:r>
              <a:rPr lang="en-US" altLang="zh-CN" sz="3200" dirty="0"/>
              <a:t>(highly</a:t>
            </a:r>
            <a:r>
              <a:rPr lang="zh-CN" altLang="en-US" sz="3200" dirty="0"/>
              <a:t> </a:t>
            </a:r>
            <a:r>
              <a:rPr lang="en-US" altLang="zh-CN" sz="3200" dirty="0"/>
              <a:t>recommended)</a:t>
            </a:r>
          </a:p>
          <a:p>
            <a:pPr lvl="1"/>
            <a:r>
              <a:rPr lang="en-US" altLang="zh-CN" sz="3200" strike="sngStrike" dirty="0" err="1"/>
              <a:t>PyBind</a:t>
            </a:r>
            <a:r>
              <a:rPr lang="zh-CN" altLang="en-US" sz="3200" strike="sngStrike" dirty="0"/>
              <a:t> </a:t>
            </a:r>
            <a:r>
              <a:rPr lang="en-US" altLang="zh-CN" sz="3200" strike="sngStrike" dirty="0"/>
              <a:t>(forbidden)</a:t>
            </a:r>
          </a:p>
          <a:p>
            <a:pPr lvl="1"/>
            <a:r>
              <a:rPr lang="en-US" altLang="zh-CN" sz="3200" dirty="0" err="1"/>
              <a:t>Cython</a:t>
            </a:r>
            <a:r>
              <a:rPr lang="zh-CN" altLang="en-US" sz="3200" dirty="0"/>
              <a:t> </a:t>
            </a:r>
            <a:r>
              <a:rPr lang="en-US" altLang="zh-CN" sz="3200" dirty="0"/>
              <a:t>(harder</a:t>
            </a:r>
            <a:r>
              <a:rPr lang="zh-CN" altLang="en-US" sz="3200" dirty="0"/>
              <a:t> </a:t>
            </a:r>
            <a:r>
              <a:rPr lang="en-US" altLang="zh-CN" sz="3200" dirty="0"/>
              <a:t>to</a:t>
            </a:r>
            <a:r>
              <a:rPr lang="zh-CN" altLang="en-US" sz="3200" dirty="0"/>
              <a:t> </a:t>
            </a:r>
            <a:r>
              <a:rPr lang="en-US" altLang="zh-CN" sz="3200" dirty="0"/>
              <a:t>use,</a:t>
            </a:r>
            <a:r>
              <a:rPr lang="zh-CN" altLang="en-US" sz="3200" dirty="0"/>
              <a:t> </a:t>
            </a:r>
            <a:r>
              <a:rPr lang="en-US" altLang="zh-CN" sz="3200" dirty="0"/>
              <a:t>as</a:t>
            </a:r>
            <a:r>
              <a:rPr lang="zh-CN" altLang="en-US" sz="3200" dirty="0"/>
              <a:t> </a:t>
            </a:r>
            <a:r>
              <a:rPr lang="en-US" altLang="zh-CN" sz="3200" dirty="0"/>
              <a:t>far</a:t>
            </a:r>
            <a:r>
              <a:rPr lang="zh-CN" altLang="en-US" sz="3200" dirty="0"/>
              <a:t> </a:t>
            </a:r>
            <a:r>
              <a:rPr lang="en-US" altLang="zh-CN" sz="3200" dirty="0"/>
              <a:t>as</a:t>
            </a:r>
            <a:r>
              <a:rPr lang="zh-CN" altLang="en-US" sz="3200" dirty="0"/>
              <a:t> </a:t>
            </a:r>
            <a:r>
              <a:rPr lang="en-US" altLang="zh-CN" sz="3200" dirty="0"/>
              <a:t>I</a:t>
            </a:r>
            <a:r>
              <a:rPr lang="zh-CN" altLang="en-US" sz="3200" dirty="0"/>
              <a:t> </a:t>
            </a:r>
            <a:r>
              <a:rPr lang="en-US" altLang="zh-CN" sz="3200" dirty="0"/>
              <a:t>know)</a:t>
            </a:r>
            <a:endParaRPr lang="en-C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CDB45-7E02-682F-9784-9B2541D60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15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284706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68693-452E-2CF1-B41E-3C31559E1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0640"/>
            <a:ext cx="9858022" cy="1325563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Homework:</a:t>
            </a:r>
            <a:r>
              <a:rPr lang="zh-CN" altLang="en-US" sz="5400" dirty="0"/>
              <a:t> </a:t>
            </a:r>
            <a:r>
              <a:rPr lang="en-US" altLang="zh-CN" sz="5400" dirty="0"/>
              <a:t>C-Python</a:t>
            </a:r>
            <a:r>
              <a:rPr lang="zh-CN" altLang="en-US" sz="5400" dirty="0"/>
              <a:t> </a:t>
            </a:r>
            <a:r>
              <a:rPr lang="en-US" altLang="zh-CN" sz="5400" dirty="0"/>
              <a:t>FFI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74F92-A5B9-6600-827B-52A445791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50143"/>
            <a:ext cx="11205411" cy="4642731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This</a:t>
            </a:r>
            <a:r>
              <a:rPr lang="zh-CN" altLang="en-US" sz="3600" dirty="0"/>
              <a:t> </a:t>
            </a:r>
            <a:r>
              <a:rPr lang="en-US" altLang="zh-CN" sz="3600" dirty="0"/>
              <a:t>homework</a:t>
            </a:r>
            <a:r>
              <a:rPr lang="zh-CN" altLang="en-US" sz="3600" dirty="0"/>
              <a:t> </a:t>
            </a:r>
            <a:r>
              <a:rPr lang="en-US" altLang="zh-CN" sz="3600" dirty="0"/>
              <a:t>is</a:t>
            </a:r>
            <a:r>
              <a:rPr lang="zh-CN" altLang="en-US" sz="3600" dirty="0"/>
              <a:t> </a:t>
            </a:r>
            <a:r>
              <a:rPr lang="en-US" altLang="zh-CN" sz="3600" b="1" dirty="0"/>
              <a:t>mandatory</a:t>
            </a:r>
            <a:r>
              <a:rPr lang="zh-CN" altLang="en-US" sz="3600" dirty="0"/>
              <a:t> </a:t>
            </a:r>
            <a:r>
              <a:rPr lang="en-US" altLang="zh-CN" sz="3600" dirty="0"/>
              <a:t>to</a:t>
            </a:r>
            <a:r>
              <a:rPr lang="zh-CN" altLang="en-US" sz="3600" dirty="0"/>
              <a:t> </a:t>
            </a:r>
            <a:r>
              <a:rPr lang="en-US" altLang="zh-CN" sz="3600" dirty="0"/>
              <a:t>be</a:t>
            </a:r>
            <a:r>
              <a:rPr lang="zh-CN" altLang="en-US" sz="3600" dirty="0"/>
              <a:t> </a:t>
            </a:r>
            <a:r>
              <a:rPr lang="en-US" altLang="zh-CN" sz="3600" dirty="0"/>
              <a:t>grouped</a:t>
            </a:r>
            <a:r>
              <a:rPr lang="zh-CN" altLang="en-US" sz="3600" dirty="0"/>
              <a:t> </a:t>
            </a:r>
            <a:r>
              <a:rPr lang="en-US" altLang="zh-CN" sz="3600" dirty="0"/>
              <a:t>by</a:t>
            </a:r>
            <a:r>
              <a:rPr lang="zh-CN" altLang="en-US" sz="3600" dirty="0"/>
              <a:t> </a:t>
            </a:r>
            <a:r>
              <a:rPr lang="en-US" altLang="zh-CN" sz="3600" dirty="0"/>
              <a:t>2!</a:t>
            </a:r>
          </a:p>
          <a:p>
            <a:pPr lvl="1"/>
            <a:r>
              <a:rPr lang="en-CN" altLang="zh-CN" sz="3200" b="1" dirty="0"/>
              <a:t>Only</a:t>
            </a:r>
            <a:r>
              <a:rPr lang="zh-CN" altLang="en-US" sz="3200" dirty="0"/>
              <a:t> </a:t>
            </a:r>
            <a:r>
              <a:rPr lang="en-US" altLang="zh-CN" sz="3200" dirty="0"/>
              <a:t>one</a:t>
            </a:r>
            <a:r>
              <a:rPr lang="zh-CN" altLang="en-US" sz="3200" dirty="0"/>
              <a:t> </a:t>
            </a:r>
            <a:r>
              <a:rPr lang="en-US" altLang="zh-CN" sz="3200" dirty="0"/>
              <a:t>lucky</a:t>
            </a:r>
            <a:r>
              <a:rPr lang="zh-CN" altLang="en-US" sz="3200" dirty="0"/>
              <a:t> </a:t>
            </a:r>
            <a:r>
              <a:rPr lang="en-US" altLang="zh-CN" sz="3200" dirty="0"/>
              <a:t>student</a:t>
            </a:r>
            <a:r>
              <a:rPr lang="zh-CN" altLang="en-US" sz="3200" dirty="0"/>
              <a:t> </a:t>
            </a:r>
            <a:r>
              <a:rPr lang="en-US" altLang="zh-CN" sz="3200" dirty="0"/>
              <a:t>can</a:t>
            </a:r>
            <a:r>
              <a:rPr lang="zh-CN" altLang="en-US" sz="3200" dirty="0"/>
              <a:t> </a:t>
            </a:r>
            <a:r>
              <a:rPr lang="en-US" altLang="zh-CN" sz="3200" dirty="0"/>
              <a:t>work</a:t>
            </a:r>
            <a:r>
              <a:rPr lang="zh-CN" altLang="en-US" sz="3200" dirty="0"/>
              <a:t> </a:t>
            </a:r>
            <a:r>
              <a:rPr lang="en-US" altLang="zh-CN" sz="3200" dirty="0"/>
              <a:t>on</a:t>
            </a:r>
            <a:r>
              <a:rPr lang="zh-CN" altLang="en-US" sz="3200" dirty="0"/>
              <a:t> </a:t>
            </a:r>
            <a:r>
              <a:rPr lang="en-US" altLang="zh-CN" sz="3200" dirty="0"/>
              <a:t>this</a:t>
            </a:r>
            <a:r>
              <a:rPr lang="zh-CN" altLang="en-US" sz="3200" dirty="0"/>
              <a:t> </a:t>
            </a:r>
            <a:r>
              <a:rPr lang="en-US" altLang="zh-CN" sz="3200" dirty="0"/>
              <a:t>alone</a:t>
            </a:r>
            <a:r>
              <a:rPr lang="zh-CN" altLang="en-US" sz="3200" dirty="0"/>
              <a:t> </a:t>
            </a:r>
            <a:r>
              <a:rPr lang="en-US" altLang="zh-CN" sz="3200" dirty="0">
                <a:sym typeface="Wingdings" pitchFamily="2" charset="2"/>
              </a:rPr>
              <a:t>😠,</a:t>
            </a:r>
            <a:r>
              <a:rPr lang="zh-CN" altLang="en-US" sz="3200" dirty="0">
                <a:sym typeface="Wingdings" pitchFamily="2" charset="2"/>
              </a:rPr>
              <a:t> </a:t>
            </a:r>
            <a:r>
              <a:rPr lang="en-US" altLang="zh-CN" sz="3200" dirty="0" err="1">
                <a:sym typeface="Wingdings" pitchFamily="2" charset="2"/>
              </a:rPr>
              <a:t>iff</a:t>
            </a:r>
            <a:r>
              <a:rPr lang="zh-CN" altLang="en-US" sz="3200" dirty="0">
                <a:sym typeface="Wingdings" pitchFamily="2" charset="2"/>
              </a:rPr>
              <a:t> </a:t>
            </a:r>
            <a:r>
              <a:rPr lang="en-US" altLang="zh-CN" sz="3200" dirty="0">
                <a:sym typeface="Wingdings" pitchFamily="2" charset="2"/>
              </a:rPr>
              <a:t>|</a:t>
            </a:r>
            <a:r>
              <a:rPr lang="en-US" altLang="zh-CN" sz="3200" dirty="0" err="1">
                <a:sym typeface="Wingdings" pitchFamily="2" charset="2"/>
              </a:rPr>
              <a:t>x∈enrolled</a:t>
            </a:r>
            <a:r>
              <a:rPr lang="en-US" altLang="zh-CN" sz="3200" dirty="0">
                <a:sym typeface="Wingdings" pitchFamily="2" charset="2"/>
              </a:rPr>
              <a:t>|</a:t>
            </a:r>
            <a:r>
              <a:rPr lang="zh-CN" altLang="en-US" sz="3200" dirty="0">
                <a:sym typeface="Wingdings" pitchFamily="2" charset="2"/>
              </a:rPr>
              <a:t> </a:t>
            </a:r>
            <a:r>
              <a:rPr lang="en-CN" sz="3200" dirty="0"/>
              <a:t>≡</a:t>
            </a:r>
            <a:r>
              <a:rPr lang="zh-CN" altLang="en-US" sz="3200" dirty="0"/>
              <a:t> </a:t>
            </a:r>
            <a:r>
              <a:rPr lang="en-US" altLang="zh-CN" sz="3200" dirty="0"/>
              <a:t>1</a:t>
            </a:r>
            <a:r>
              <a:rPr lang="zh-CN" altLang="en-US" sz="3200" dirty="0"/>
              <a:t> </a:t>
            </a:r>
            <a:r>
              <a:rPr lang="en-US" altLang="zh-CN" sz="3200" dirty="0"/>
              <a:t>(mod</a:t>
            </a:r>
            <a:r>
              <a:rPr lang="zh-CN" altLang="en-US" sz="3200" dirty="0"/>
              <a:t> </a:t>
            </a:r>
            <a:r>
              <a:rPr lang="en-US" altLang="zh-CN" sz="3200" dirty="0"/>
              <a:t>2)</a:t>
            </a:r>
            <a:endParaRPr lang="en-US" altLang="zh-CN" sz="3200" dirty="0">
              <a:sym typeface="Wingdings" pitchFamily="2" charset="2"/>
            </a:endParaRPr>
          </a:p>
          <a:p>
            <a:r>
              <a:rPr lang="en-US" altLang="zh-CN" sz="3600" dirty="0"/>
              <a:t>Part</a:t>
            </a:r>
            <a:r>
              <a:rPr lang="zh-CN" altLang="en-US" sz="3600" dirty="0"/>
              <a:t> </a:t>
            </a:r>
            <a:r>
              <a:rPr lang="en-US" altLang="zh-CN" sz="3600" dirty="0"/>
              <a:t>1:</a:t>
            </a:r>
            <a:r>
              <a:rPr lang="zh-CN" altLang="en-US" sz="3600" dirty="0"/>
              <a:t> </a:t>
            </a:r>
            <a:r>
              <a:rPr lang="en-US" altLang="zh-CN" sz="3600" dirty="0"/>
              <a:t>Compile</a:t>
            </a:r>
            <a:r>
              <a:rPr lang="zh-CN" altLang="en-US" sz="3600" dirty="0"/>
              <a:t> </a:t>
            </a:r>
            <a:r>
              <a:rPr lang="en-US" altLang="zh-CN" sz="3600" dirty="0"/>
              <a:t>a</a:t>
            </a:r>
            <a:r>
              <a:rPr lang="zh-CN" altLang="en-US" sz="3600" dirty="0"/>
              <a:t> </a:t>
            </a:r>
            <a:r>
              <a:rPr lang="en-US" altLang="zh-CN" sz="3600" dirty="0"/>
              <a:t>shared</a:t>
            </a:r>
            <a:r>
              <a:rPr lang="zh-CN" altLang="en-US" sz="3600" dirty="0"/>
              <a:t> </a:t>
            </a:r>
            <a:r>
              <a:rPr lang="en-US" altLang="zh-CN" sz="3600" dirty="0"/>
              <a:t>object</a:t>
            </a:r>
            <a:r>
              <a:rPr lang="zh-CN" altLang="en-US" sz="3600" dirty="0"/>
              <a:t> </a:t>
            </a:r>
            <a:r>
              <a:rPr lang="en-US" altLang="zh-CN" sz="3600" dirty="0"/>
              <a:t>w/</a:t>
            </a:r>
            <a:r>
              <a:rPr lang="zh-CN" altLang="en-US" sz="3600" dirty="0"/>
              <a:t> </a:t>
            </a:r>
            <a:r>
              <a:rPr lang="en-US" altLang="zh-CN" sz="3600" dirty="0"/>
              <a:t>a</a:t>
            </a:r>
            <a:r>
              <a:rPr lang="zh-CN" altLang="en-US" sz="3600" dirty="0"/>
              <a:t> </a:t>
            </a:r>
            <a:r>
              <a:rPr lang="en-US" altLang="zh-CN" sz="3600" dirty="0"/>
              <a:t>hello</a:t>
            </a:r>
            <a:r>
              <a:rPr lang="zh-CN" altLang="en-US" sz="3600" dirty="0"/>
              <a:t> </a:t>
            </a:r>
            <a:r>
              <a:rPr lang="en-US" altLang="zh-CN" sz="3600" dirty="0"/>
              <a:t>world</a:t>
            </a:r>
            <a:r>
              <a:rPr lang="zh-CN" altLang="en-US" sz="3600" dirty="0"/>
              <a:t> </a:t>
            </a:r>
            <a:r>
              <a:rPr lang="en-US" altLang="zh-CN" sz="3600" dirty="0"/>
              <a:t>function</a:t>
            </a:r>
            <a:r>
              <a:rPr lang="zh-CN" altLang="en-US" sz="3600" dirty="0"/>
              <a:t> </a:t>
            </a:r>
            <a:r>
              <a:rPr lang="en-US" altLang="zh-CN" sz="3600" dirty="0"/>
              <a:t>&amp;</a:t>
            </a:r>
            <a:r>
              <a:rPr lang="zh-CN" altLang="en-US" sz="3600" dirty="0"/>
              <a:t> </a:t>
            </a:r>
            <a:r>
              <a:rPr lang="en-US" altLang="zh-CN" sz="3600" dirty="0" err="1"/>
              <a:t>a+b</a:t>
            </a:r>
            <a:r>
              <a:rPr lang="en-US" altLang="zh-CN" sz="3600" dirty="0"/>
              <a:t>.</a:t>
            </a:r>
            <a:r>
              <a:rPr lang="zh-CN" altLang="en-US" sz="3600" dirty="0"/>
              <a:t> </a:t>
            </a:r>
            <a:r>
              <a:rPr lang="en-US" altLang="zh-CN" sz="3600" dirty="0"/>
              <a:t>Expose</a:t>
            </a:r>
            <a:r>
              <a:rPr lang="zh-CN" altLang="en-US" sz="3600" dirty="0"/>
              <a:t> </a:t>
            </a:r>
            <a:r>
              <a:rPr lang="en-US" altLang="zh-CN" sz="3600" dirty="0"/>
              <a:t>these</a:t>
            </a:r>
            <a:r>
              <a:rPr lang="zh-CN" altLang="en-US" sz="3600" dirty="0"/>
              <a:t> </a:t>
            </a:r>
            <a:r>
              <a:rPr lang="en-US" altLang="zh-CN" sz="3600" dirty="0"/>
              <a:t>functions</a:t>
            </a:r>
            <a:r>
              <a:rPr lang="zh-CN" altLang="en-US" sz="3600" dirty="0"/>
              <a:t> </a:t>
            </a:r>
            <a:r>
              <a:rPr lang="en-US" altLang="zh-CN" sz="3600" dirty="0"/>
              <a:t>in</a:t>
            </a:r>
            <a:r>
              <a:rPr lang="zh-CN" altLang="en-US" sz="3600" dirty="0"/>
              <a:t> </a:t>
            </a:r>
            <a:r>
              <a:rPr lang="en-US" altLang="zh-CN" sz="3600" dirty="0"/>
              <a:t>a</a:t>
            </a:r>
            <a:r>
              <a:rPr lang="zh-CN" altLang="en-US" sz="3600" dirty="0"/>
              <a:t> </a:t>
            </a:r>
            <a:r>
              <a:rPr lang="en-US" altLang="zh-CN" sz="3600" dirty="0"/>
              <a:t>header</a:t>
            </a:r>
            <a:r>
              <a:rPr lang="zh-CN" altLang="en-US" sz="3600" dirty="0"/>
              <a:t> </a:t>
            </a:r>
            <a:r>
              <a:rPr lang="en-US" altLang="zh-CN" sz="3600" dirty="0"/>
              <a:t>file.</a:t>
            </a:r>
          </a:p>
          <a:p>
            <a:r>
              <a:rPr lang="en-US" altLang="zh-CN" sz="3600" dirty="0"/>
              <a:t>Part</a:t>
            </a:r>
            <a:r>
              <a:rPr lang="zh-CN" altLang="en-US" sz="3600" dirty="0"/>
              <a:t> </a:t>
            </a:r>
            <a:r>
              <a:rPr lang="en-US" altLang="zh-CN" sz="3600" dirty="0"/>
              <a:t>2:</a:t>
            </a:r>
            <a:r>
              <a:rPr lang="zh-CN" altLang="en-US" sz="3600" dirty="0"/>
              <a:t> </a:t>
            </a:r>
            <a:r>
              <a:rPr lang="en-US" altLang="zh-CN" sz="3600" dirty="0"/>
              <a:t>Use</a:t>
            </a:r>
            <a:r>
              <a:rPr lang="zh-CN" altLang="en-US" sz="3600" dirty="0"/>
              <a:t> </a:t>
            </a:r>
            <a:r>
              <a:rPr lang="en-US" altLang="zh-CN" sz="3600" dirty="0"/>
              <a:t>this</a:t>
            </a:r>
            <a:r>
              <a:rPr lang="zh-CN" altLang="en-US" sz="3600" dirty="0"/>
              <a:t> </a:t>
            </a:r>
            <a:r>
              <a:rPr lang="en-US" altLang="zh-CN" sz="3600" dirty="0"/>
              <a:t>shared</a:t>
            </a:r>
            <a:r>
              <a:rPr lang="zh-CN" altLang="en-US" sz="3600" dirty="0"/>
              <a:t> </a:t>
            </a:r>
            <a:r>
              <a:rPr lang="en-US" altLang="zh-CN" sz="3600" dirty="0"/>
              <a:t>object</a:t>
            </a:r>
            <a:r>
              <a:rPr lang="zh-CN" altLang="en-US" sz="3600" dirty="0"/>
              <a:t> </a:t>
            </a:r>
            <a:r>
              <a:rPr lang="en-US" altLang="zh-CN" sz="3600" dirty="0"/>
              <a:t>in</a:t>
            </a:r>
            <a:r>
              <a:rPr lang="zh-CN" altLang="en-US" sz="3600" dirty="0"/>
              <a:t> </a:t>
            </a:r>
            <a:r>
              <a:rPr lang="en-US" altLang="zh-CN" sz="3600" dirty="0"/>
              <a:t>Python</a:t>
            </a:r>
            <a:r>
              <a:rPr lang="zh-CN" altLang="en-US" sz="3600" dirty="0"/>
              <a:t> </a:t>
            </a:r>
            <a:r>
              <a:rPr lang="en-US" altLang="zh-CN" sz="3600" dirty="0"/>
              <a:t>for</a:t>
            </a:r>
            <a:r>
              <a:rPr lang="zh-CN" altLang="en-US" sz="3600" dirty="0"/>
              <a:t> </a:t>
            </a:r>
            <a:r>
              <a:rPr lang="en-US" altLang="zh-CN" sz="3600" dirty="0"/>
              <a:t>execution.</a:t>
            </a:r>
          </a:p>
          <a:p>
            <a:r>
              <a:rPr lang="en-US" sz="3600" dirty="0"/>
              <a:t>Part</a:t>
            </a:r>
            <a:r>
              <a:rPr lang="zh-CN" altLang="en-US" sz="3600" dirty="0"/>
              <a:t> </a:t>
            </a:r>
            <a:r>
              <a:rPr lang="en-US" altLang="zh-CN" sz="3600" dirty="0"/>
              <a:t>2’:</a:t>
            </a:r>
            <a:r>
              <a:rPr lang="zh-CN" altLang="en-US" sz="3600" dirty="0"/>
              <a:t> </a:t>
            </a:r>
            <a:r>
              <a:rPr lang="en-US" altLang="zh-CN" sz="3600" dirty="0"/>
              <a:t>Integrate</a:t>
            </a:r>
            <a:r>
              <a:rPr lang="zh-CN" altLang="en-US" sz="3600" dirty="0"/>
              <a:t> </a:t>
            </a:r>
            <a:r>
              <a:rPr lang="en-US" altLang="zh-CN" sz="3600" dirty="0"/>
              <a:t>this</a:t>
            </a:r>
            <a:r>
              <a:rPr lang="zh-CN" altLang="en-US" sz="3600" dirty="0"/>
              <a:t> </a:t>
            </a:r>
            <a:r>
              <a:rPr lang="en-US" altLang="zh-CN" sz="3600" dirty="0"/>
              <a:t>shared</a:t>
            </a:r>
            <a:r>
              <a:rPr lang="zh-CN" altLang="en-US" sz="3600" dirty="0"/>
              <a:t> </a:t>
            </a:r>
            <a:r>
              <a:rPr lang="en-US" altLang="zh-CN" sz="3600" dirty="0"/>
              <a:t>object</a:t>
            </a:r>
            <a:r>
              <a:rPr lang="zh-CN" altLang="en-US" sz="3600" dirty="0"/>
              <a:t> </a:t>
            </a:r>
            <a:r>
              <a:rPr lang="en-US" altLang="zh-CN" sz="3600" dirty="0"/>
              <a:t>project</a:t>
            </a:r>
            <a:r>
              <a:rPr lang="zh-CN" altLang="en-US" sz="3600" dirty="0"/>
              <a:t> </a:t>
            </a:r>
            <a:r>
              <a:rPr lang="en-US" altLang="zh-CN" sz="3600" dirty="0"/>
              <a:t>as</a:t>
            </a:r>
            <a:r>
              <a:rPr lang="zh-CN" altLang="en-US" sz="3600" dirty="0"/>
              <a:t> </a:t>
            </a:r>
            <a:r>
              <a:rPr lang="en-US" altLang="zh-CN" sz="3600" dirty="0"/>
              <a:t>a</a:t>
            </a:r>
            <a:r>
              <a:rPr lang="zh-CN" altLang="en-US" sz="3600" dirty="0"/>
              <a:t> </a:t>
            </a:r>
            <a:r>
              <a:rPr lang="en-US" altLang="zh-CN" sz="3600" dirty="0"/>
              <a:t>3</a:t>
            </a:r>
            <a:r>
              <a:rPr lang="en-US" altLang="zh-CN" sz="3600" baseline="30000" dirty="0"/>
              <a:t>rd</a:t>
            </a:r>
            <a:r>
              <a:rPr lang="zh-CN" altLang="en-US" sz="3600" dirty="0"/>
              <a:t> </a:t>
            </a:r>
            <a:r>
              <a:rPr lang="en-US" altLang="zh-CN" sz="3600" dirty="0"/>
              <a:t>party</a:t>
            </a:r>
            <a:r>
              <a:rPr lang="zh-CN" altLang="en-US" sz="3600" dirty="0"/>
              <a:t> </a:t>
            </a:r>
            <a:r>
              <a:rPr lang="en-US" altLang="zh-CN" sz="3600" dirty="0"/>
              <a:t>in</a:t>
            </a:r>
            <a:r>
              <a:rPr lang="zh-CN" altLang="en-US" sz="3600" dirty="0"/>
              <a:t> </a:t>
            </a:r>
            <a:r>
              <a:rPr lang="en-US" altLang="zh-CN" sz="3600" dirty="0"/>
              <a:t>your</a:t>
            </a:r>
            <a:r>
              <a:rPr lang="zh-CN" altLang="en-US" sz="3600" dirty="0"/>
              <a:t> </a:t>
            </a:r>
            <a:r>
              <a:rPr lang="en-US" altLang="zh-CN" sz="3600" dirty="0"/>
              <a:t>C++</a:t>
            </a:r>
            <a:r>
              <a:rPr lang="zh-CN" altLang="en-US" sz="3600" dirty="0"/>
              <a:t> </a:t>
            </a:r>
            <a:r>
              <a:rPr lang="en-US" altLang="zh-CN" sz="3600" dirty="0"/>
              <a:t>project</a:t>
            </a:r>
            <a:endParaRPr lang="en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CBA3F-C380-D87D-BDC6-5E6E23F44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16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14483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AEADC-F0B6-B348-1B77-38FCE2003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C87D4-758D-7637-1DC1-00B21A0BE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N" sz="5400" dirty="0"/>
              <a:t>Ro</a:t>
            </a:r>
            <a:r>
              <a:rPr lang="en-US" altLang="zh-CN" sz="5400" dirty="0" err="1"/>
              <a:t>admap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E31F3-F0DB-245F-6627-48AFA7BDB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4000" b="1" dirty="0">
                <a:solidFill>
                  <a:schemeClr val="bg1">
                    <a:lumMod val="65000"/>
                  </a:schemeClr>
                </a:solidFill>
              </a:rPr>
              <a:t>Cleanup</a:t>
            </a:r>
            <a:r>
              <a:rPr lang="zh-CN" altLang="en-US" sz="40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sz="4000" b="1" dirty="0">
                <a:solidFill>
                  <a:schemeClr val="bg1">
                    <a:lumMod val="65000"/>
                  </a:schemeClr>
                </a:solidFill>
              </a:rPr>
              <a:t>what</a:t>
            </a:r>
            <a:r>
              <a:rPr lang="zh-CN" altLang="en-US" sz="40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sz="4000" b="1" dirty="0">
                <a:solidFill>
                  <a:schemeClr val="bg1">
                    <a:lumMod val="65000"/>
                  </a:schemeClr>
                </a:solidFill>
              </a:rPr>
              <a:t>we</a:t>
            </a:r>
            <a:r>
              <a:rPr lang="zh-CN" altLang="en-US" sz="40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sz="4000" b="1" dirty="0">
                <a:solidFill>
                  <a:schemeClr val="bg1">
                    <a:lumMod val="65000"/>
                  </a:schemeClr>
                </a:solidFill>
              </a:rPr>
              <a:t>had</a:t>
            </a:r>
            <a:r>
              <a:rPr lang="zh-CN" altLang="en-US" sz="40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sz="4000" b="1" dirty="0">
                <a:solidFill>
                  <a:schemeClr val="bg1">
                    <a:lumMod val="65000"/>
                  </a:schemeClr>
                </a:solidFill>
              </a:rPr>
              <a:t>last</a:t>
            </a:r>
            <a:r>
              <a:rPr lang="zh-CN" altLang="en-US" sz="40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sz="4000" b="1" dirty="0">
                <a:solidFill>
                  <a:schemeClr val="bg1">
                    <a:lumMod val="65000"/>
                  </a:schemeClr>
                </a:solidFill>
              </a:rPr>
              <a:t>class</a:t>
            </a:r>
          </a:p>
          <a:p>
            <a:pPr lvl="1"/>
            <a:r>
              <a:rPr lang="en-US" altLang="zh-CN" sz="3600" b="1" dirty="0">
                <a:solidFill>
                  <a:schemeClr val="bg1">
                    <a:lumMod val="65000"/>
                  </a:schemeClr>
                </a:solidFill>
              </a:rPr>
              <a:t>How</a:t>
            </a:r>
            <a:r>
              <a:rPr lang="zh-CN" altLang="en-US" sz="3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sz="3600" b="1" dirty="0">
                <a:solidFill>
                  <a:schemeClr val="bg1">
                    <a:lumMod val="65000"/>
                  </a:schemeClr>
                </a:solidFill>
              </a:rPr>
              <a:t>to</a:t>
            </a:r>
            <a:r>
              <a:rPr lang="zh-CN" altLang="en-US" sz="3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sz="3600" b="1" dirty="0">
                <a:solidFill>
                  <a:schemeClr val="bg1">
                    <a:lumMod val="65000"/>
                  </a:schemeClr>
                </a:solidFill>
              </a:rPr>
              <a:t>use</a:t>
            </a:r>
            <a:r>
              <a:rPr lang="zh-CN" altLang="en-US" sz="3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sz="3600" b="1" dirty="0" err="1">
                <a:solidFill>
                  <a:schemeClr val="bg1">
                    <a:lumMod val="65000"/>
                  </a:schemeClr>
                </a:solidFill>
              </a:rPr>
              <a:t>CMake</a:t>
            </a:r>
            <a:endParaRPr lang="en-US" altLang="zh-CN" sz="3600" b="1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altLang="zh-CN" sz="4000" b="1" dirty="0"/>
              <a:t>A</a:t>
            </a:r>
            <a:r>
              <a:rPr lang="zh-CN" altLang="en-US" sz="4000" b="1" dirty="0"/>
              <a:t> </a:t>
            </a:r>
            <a:r>
              <a:rPr lang="en-US" altLang="zh-CN" sz="4000" b="1" dirty="0"/>
              <a:t>deeper</a:t>
            </a:r>
            <a:r>
              <a:rPr lang="zh-CN" altLang="en-US" sz="4000" b="1" dirty="0"/>
              <a:t> </a:t>
            </a:r>
            <a:r>
              <a:rPr lang="en-US" altLang="zh-CN" sz="4000" b="1" dirty="0"/>
              <a:t>tour</a:t>
            </a:r>
            <a:r>
              <a:rPr lang="zh-CN" altLang="en-US" sz="4000" b="1" dirty="0"/>
              <a:t> </a:t>
            </a:r>
            <a:r>
              <a:rPr lang="en-US" altLang="zh-CN" sz="4000" b="1" dirty="0"/>
              <a:t>to</a:t>
            </a:r>
            <a:r>
              <a:rPr lang="zh-CN" altLang="en-US" sz="4000" b="1" dirty="0"/>
              <a:t> </a:t>
            </a:r>
            <a:r>
              <a:rPr lang="en-US" altLang="zh-CN" sz="4000" b="1" dirty="0"/>
              <a:t>binaries</a:t>
            </a:r>
          </a:p>
          <a:p>
            <a:pPr lvl="1"/>
            <a:r>
              <a:rPr lang="en-US" altLang="zh-CN" sz="3600" b="1" dirty="0"/>
              <a:t>What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are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in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a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binary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executable?</a:t>
            </a:r>
            <a:endParaRPr lang="en-CN" sz="36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BFECA-6B49-9645-CDF9-3AFBDD487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17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431078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DFA0C-C0E6-25A9-D289-FE6F55830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/>
              <a:t>How</a:t>
            </a:r>
            <a:r>
              <a:rPr lang="zh-CN" altLang="en-US" sz="5400" dirty="0"/>
              <a:t> </a:t>
            </a:r>
            <a:r>
              <a:rPr lang="en-US" altLang="zh-CN" sz="5400" dirty="0"/>
              <a:t>do</a:t>
            </a:r>
            <a:r>
              <a:rPr lang="zh-CN" altLang="en-US" sz="5400" dirty="0"/>
              <a:t> </a:t>
            </a:r>
            <a:r>
              <a:rPr lang="en-US" altLang="zh-CN" sz="5400" dirty="0"/>
              <a:t>you</a:t>
            </a:r>
            <a:r>
              <a:rPr lang="zh-CN" altLang="en-US" sz="5400" dirty="0"/>
              <a:t> </a:t>
            </a:r>
            <a:r>
              <a:rPr lang="en-US" altLang="zh-CN" sz="5400" dirty="0"/>
              <a:t>have</a:t>
            </a:r>
            <a:r>
              <a:rPr lang="zh-CN" altLang="en-US" sz="5400" dirty="0"/>
              <a:t> </a:t>
            </a:r>
            <a:r>
              <a:rPr lang="en-US" altLang="zh-CN" sz="5400" dirty="0"/>
              <a:t>an</a:t>
            </a:r>
            <a:r>
              <a:rPr lang="zh-CN" altLang="en-US" sz="5400" dirty="0"/>
              <a:t> </a:t>
            </a:r>
            <a:r>
              <a:rPr lang="en-US" altLang="zh-CN" sz="5400" dirty="0"/>
              <a:t>binary</a:t>
            </a:r>
            <a:r>
              <a:rPr lang="zh-CN" altLang="en-US" sz="5400" dirty="0"/>
              <a:t> </a:t>
            </a:r>
            <a:r>
              <a:rPr lang="en-US" altLang="zh-CN" sz="5400" dirty="0"/>
              <a:t>executed?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EF997-848D-C0DA-A393-CF6ED3693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./main</a:t>
            </a:r>
          </a:p>
          <a:p>
            <a:r>
              <a:rPr lang="en-US" altLang="zh-CN" sz="3600" dirty="0"/>
              <a:t>But</a:t>
            </a:r>
            <a:r>
              <a:rPr lang="zh-CN" altLang="en-US" sz="3600" dirty="0"/>
              <a:t> </a:t>
            </a:r>
            <a:r>
              <a:rPr lang="en-US" altLang="zh-CN" sz="3600" dirty="0"/>
              <a:t>how</a:t>
            </a:r>
            <a:r>
              <a:rPr lang="zh-CN" altLang="en-US" sz="3600" dirty="0"/>
              <a:t> </a:t>
            </a:r>
            <a:r>
              <a:rPr lang="en-US" altLang="zh-CN" sz="3600" dirty="0"/>
              <a:t>aspect</a:t>
            </a:r>
            <a:r>
              <a:rPr lang="zh-CN" altLang="en-US" sz="3600" dirty="0"/>
              <a:t> </a:t>
            </a:r>
            <a:r>
              <a:rPr lang="en-US" altLang="zh-CN" sz="3600" dirty="0"/>
              <a:t>contributes</a:t>
            </a:r>
            <a:r>
              <a:rPr lang="zh-CN" altLang="en-US" sz="3600" dirty="0"/>
              <a:t> </a:t>
            </a:r>
            <a:r>
              <a:rPr lang="en-US" altLang="zh-CN" sz="3600" dirty="0"/>
              <a:t>to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execution?</a:t>
            </a:r>
          </a:p>
          <a:p>
            <a:r>
              <a:rPr lang="en-US" altLang="zh-CN" sz="3600" dirty="0"/>
              <a:t>Did</a:t>
            </a:r>
            <a:r>
              <a:rPr lang="zh-CN" altLang="en-US" sz="3600" dirty="0"/>
              <a:t> </a:t>
            </a:r>
            <a:r>
              <a:rPr lang="en-US" altLang="zh-CN" sz="3600" dirty="0"/>
              <a:t>you</a:t>
            </a:r>
            <a:r>
              <a:rPr lang="zh-CN" altLang="en-US" sz="3600" dirty="0"/>
              <a:t> </a:t>
            </a:r>
            <a:r>
              <a:rPr lang="en-US" altLang="zh-CN" sz="3600" dirty="0"/>
              <a:t>mistakenly</a:t>
            </a:r>
            <a:r>
              <a:rPr lang="zh-CN" altLang="en-US" sz="3600" dirty="0"/>
              <a:t> </a:t>
            </a:r>
            <a:r>
              <a:rPr lang="en-US" altLang="zh-CN" sz="3600" dirty="0"/>
              <a:t>open</a:t>
            </a:r>
            <a:r>
              <a:rPr lang="zh-CN" altLang="en-US" sz="3600" dirty="0"/>
              <a:t> </a:t>
            </a:r>
            <a:r>
              <a:rPr lang="en-US" altLang="zh-CN" sz="3600" dirty="0"/>
              <a:t>a</a:t>
            </a:r>
            <a:r>
              <a:rPr lang="zh-CN" altLang="en-US" sz="3600" dirty="0"/>
              <a:t> </a:t>
            </a:r>
            <a:r>
              <a:rPr lang="en-US" altLang="zh-CN" sz="3600" dirty="0"/>
              <a:t>binary</a:t>
            </a:r>
            <a:r>
              <a:rPr lang="zh-CN" altLang="en-US" sz="3600" dirty="0"/>
              <a:t> </a:t>
            </a:r>
            <a:r>
              <a:rPr lang="en-US" altLang="zh-CN" sz="3600" dirty="0"/>
              <a:t>with</a:t>
            </a:r>
            <a:r>
              <a:rPr lang="zh-CN" altLang="en-US" sz="3600" dirty="0"/>
              <a:t> </a:t>
            </a:r>
            <a:r>
              <a:rPr lang="en-US" altLang="zh-CN" sz="3600" dirty="0"/>
              <a:t>text</a:t>
            </a:r>
            <a:r>
              <a:rPr lang="zh-CN" altLang="en-US" sz="3600" dirty="0"/>
              <a:t> </a:t>
            </a:r>
            <a:r>
              <a:rPr lang="en-US" altLang="zh-CN" sz="3600" dirty="0"/>
              <a:t>editor?</a:t>
            </a:r>
            <a:endParaRPr lang="en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2457DF-99A3-5E98-5A32-4213C4A2E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18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41149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D2807-C3CF-C307-A57C-33E529C65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845" y="0"/>
            <a:ext cx="11207044" cy="1113827"/>
          </a:xfrm>
        </p:spPr>
        <p:txBody>
          <a:bodyPr/>
          <a:lstStyle/>
          <a:p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may</a:t>
            </a:r>
            <a:r>
              <a:rPr lang="zh-CN" altLang="en-US" dirty="0"/>
              <a:t> </a:t>
            </a:r>
            <a:r>
              <a:rPr lang="en-US" altLang="zh-CN" dirty="0"/>
              <a:t>just</a:t>
            </a:r>
            <a:r>
              <a:rPr lang="zh-CN" altLang="en-US" dirty="0"/>
              <a:t> </a:t>
            </a:r>
            <a:r>
              <a:rPr lang="en-US" altLang="zh-CN" dirty="0"/>
              <a:t>see</a:t>
            </a:r>
            <a:r>
              <a:rPr lang="zh-CN" altLang="en-US" dirty="0"/>
              <a:t> </a:t>
            </a:r>
            <a:r>
              <a:rPr lang="en-US" altLang="zh-CN" dirty="0"/>
              <a:t>some</a:t>
            </a:r>
            <a:r>
              <a:rPr lang="zh-CN" altLang="en-US" dirty="0"/>
              <a:t> </a:t>
            </a:r>
            <a:r>
              <a:rPr lang="en-US" altLang="zh-CN" dirty="0"/>
              <a:t>non-sense</a:t>
            </a:r>
            <a:r>
              <a:rPr lang="zh-CN" altLang="en-US" dirty="0"/>
              <a:t> </a:t>
            </a:r>
            <a:r>
              <a:rPr lang="en-US" altLang="zh-CN" dirty="0"/>
              <a:t>like</a:t>
            </a:r>
            <a:r>
              <a:rPr lang="zh-CN" altLang="en-US" dirty="0"/>
              <a:t> </a:t>
            </a:r>
            <a:r>
              <a:rPr lang="en-US" altLang="zh-CN" dirty="0"/>
              <a:t>below.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D2A645-67A0-33F0-53B0-817DD3D2E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19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D83F66-1D7A-1DF0-BFA5-F1B6FD638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282" y="998202"/>
            <a:ext cx="10479435" cy="5677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8641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9EADE-3F41-AE4F-EC33-8627B0D48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27" y="465712"/>
            <a:ext cx="10515600" cy="1121923"/>
          </a:xfrm>
        </p:spPr>
        <p:txBody>
          <a:bodyPr>
            <a:normAutofit/>
          </a:bodyPr>
          <a:lstStyle/>
          <a:p>
            <a:r>
              <a:rPr lang="en-US" sz="5400" dirty="0"/>
              <a:t>Un</a:t>
            </a:r>
            <a:r>
              <a:rPr lang="en-US" altLang="zh-CN" sz="5400" dirty="0"/>
              <a:t>derstanding</a:t>
            </a:r>
            <a:r>
              <a:rPr lang="zh-CN" altLang="en-US" sz="5400" dirty="0"/>
              <a:t> </a:t>
            </a:r>
            <a:r>
              <a:rPr lang="en-US" altLang="zh-CN" sz="5400" dirty="0"/>
              <a:t>the</a:t>
            </a:r>
            <a:r>
              <a:rPr lang="zh-CN" altLang="en-US" sz="5400" dirty="0"/>
              <a:t> </a:t>
            </a:r>
            <a:r>
              <a:rPr lang="en-US" altLang="zh-CN" sz="5400" dirty="0"/>
              <a:t>hex</a:t>
            </a:r>
            <a:r>
              <a:rPr lang="zh-CN" altLang="en-US" sz="5400" dirty="0"/>
              <a:t> </a:t>
            </a:r>
            <a:r>
              <a:rPr lang="en-US" altLang="zh-CN" sz="5400" dirty="0"/>
              <a:t>format!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D2256-8C29-6C9D-4D51-5E370E9C1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25" y="1864586"/>
            <a:ext cx="10515600" cy="3441910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Why</a:t>
            </a:r>
            <a:r>
              <a:rPr lang="zh-CN" altLang="en-US" sz="3600" dirty="0"/>
              <a:t> </a:t>
            </a:r>
            <a:r>
              <a:rPr lang="en-US" altLang="zh-CN" sz="3600" dirty="0"/>
              <a:t>do</a:t>
            </a:r>
            <a:r>
              <a:rPr lang="zh-CN" altLang="en-US" sz="3600" dirty="0"/>
              <a:t> </a:t>
            </a:r>
            <a:r>
              <a:rPr lang="en-US" altLang="zh-CN" sz="3600" dirty="0"/>
              <a:t>we</a:t>
            </a:r>
            <a:r>
              <a:rPr lang="zh-CN" altLang="en-US" sz="3600" dirty="0"/>
              <a:t> </a:t>
            </a:r>
            <a:r>
              <a:rPr lang="en-US" altLang="zh-CN" sz="3600" dirty="0"/>
              <a:t>have</a:t>
            </a:r>
            <a:r>
              <a:rPr lang="zh-CN" altLang="en-US" sz="3600" dirty="0"/>
              <a:t> </a:t>
            </a:r>
            <a:r>
              <a:rPr lang="en-US" altLang="zh-CN" sz="3600" dirty="0"/>
              <a:t>hex</a:t>
            </a:r>
            <a:r>
              <a:rPr lang="zh-CN" altLang="en-US" sz="3600" dirty="0"/>
              <a:t> </a:t>
            </a:r>
            <a:r>
              <a:rPr lang="en-US" altLang="zh-CN" sz="3600" dirty="0"/>
              <a:t>format?</a:t>
            </a:r>
          </a:p>
          <a:p>
            <a:pPr lvl="1"/>
            <a:r>
              <a:rPr lang="en-US" altLang="zh-CN" sz="3200" dirty="0"/>
              <a:t>Binary</a:t>
            </a:r>
            <a:r>
              <a:rPr lang="zh-CN" altLang="en-US" sz="3200" dirty="0"/>
              <a:t> </a:t>
            </a:r>
            <a:r>
              <a:rPr lang="en-US" altLang="zh-CN" sz="3200" dirty="0"/>
              <a:t>2</a:t>
            </a:r>
            <a:r>
              <a:rPr lang="en-US" altLang="zh-CN" sz="3200" baseline="30000" dirty="0"/>
              <a:t>1</a:t>
            </a:r>
            <a:endParaRPr lang="en-US" altLang="zh-CN" sz="3200" dirty="0"/>
          </a:p>
          <a:p>
            <a:pPr lvl="1"/>
            <a:r>
              <a:rPr lang="en-US" altLang="zh-CN" sz="3200" dirty="0"/>
              <a:t>Hex</a:t>
            </a:r>
            <a:r>
              <a:rPr lang="zh-CN" altLang="en-US" sz="3200" dirty="0"/>
              <a:t> </a:t>
            </a:r>
            <a:r>
              <a:rPr lang="en-US" altLang="zh-CN" sz="3200" dirty="0"/>
              <a:t>2</a:t>
            </a:r>
            <a:r>
              <a:rPr lang="en-US" altLang="zh-CN" sz="3200" baseline="30000" dirty="0"/>
              <a:t>4</a:t>
            </a:r>
          </a:p>
          <a:p>
            <a:pPr lvl="2"/>
            <a:r>
              <a:rPr lang="en-US" altLang="zh-CN" sz="2800" dirty="0"/>
              <a:t>_</a:t>
            </a:r>
            <a:r>
              <a:rPr lang="zh-CN" altLang="en-US" sz="2800" dirty="0"/>
              <a:t> </a:t>
            </a:r>
            <a:r>
              <a:rPr lang="en-US" altLang="zh-CN" sz="2800" dirty="0"/>
              <a:t>_</a:t>
            </a:r>
            <a:r>
              <a:rPr lang="zh-CN" altLang="en-US" sz="2800" dirty="0"/>
              <a:t> </a:t>
            </a:r>
            <a:r>
              <a:rPr lang="en-US" altLang="zh-CN" sz="2800" dirty="0"/>
              <a:t>_</a:t>
            </a:r>
            <a:r>
              <a:rPr lang="zh-CN" altLang="en-US" sz="2800" dirty="0"/>
              <a:t> </a:t>
            </a:r>
            <a:r>
              <a:rPr lang="en-US" altLang="zh-CN" sz="2800" dirty="0"/>
              <a:t>_</a:t>
            </a:r>
          </a:p>
          <a:p>
            <a:r>
              <a:rPr lang="en-US" altLang="zh-CN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vim</a:t>
            </a:r>
            <a:r>
              <a:rPr lang="zh-CN" alt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main.riscv</a:t>
            </a:r>
            <a:endParaRPr lang="en-US" altLang="zh-CN" sz="3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:%!</a:t>
            </a:r>
            <a:r>
              <a:rPr lang="en-US" altLang="zh-CN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xxd</a:t>
            </a:r>
            <a:endParaRPr lang="en-US" altLang="zh-CN" sz="3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F483FB-FC2F-BCEC-A9D8-5FB129A88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20</a:t>
            </a:fld>
            <a:endParaRPr lang="en-CN"/>
          </a:p>
        </p:txBody>
      </p:sp>
      <p:pic>
        <p:nvPicPr>
          <p:cNvPr id="2050" name="Picture 2" descr="Dota 2: How To Play Lion As The Best POS 4 Support">
            <a:extLst>
              <a:ext uri="{FF2B5EF4-FFF2-40B4-BE49-F238E27FC236}">
                <a16:creationId xmlns:a16="http://schemas.microsoft.com/office/drawing/2014/main" id="{B94CC76A-D216-A92B-F674-CEA1B39D28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96" t="36212" r="41955" b="37857"/>
          <a:stretch>
            <a:fillRect/>
          </a:stretch>
        </p:blipFill>
        <p:spPr bwMode="auto">
          <a:xfrm>
            <a:off x="7264540" y="1864586"/>
            <a:ext cx="4726290" cy="1814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36D58B-D04C-5F60-9353-B55516F4CE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27" y="5306496"/>
            <a:ext cx="11093596" cy="1368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3874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CCED6-AB18-57E2-51D7-EFFDCF5C1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159FE-416F-6D59-5AFA-9A9D0A3C0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7170"/>
            <a:ext cx="10515600" cy="1064070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Read</a:t>
            </a:r>
            <a:r>
              <a:rPr lang="zh-CN" altLang="en-US" sz="5400" dirty="0"/>
              <a:t> </a:t>
            </a:r>
            <a:r>
              <a:rPr lang="en-US" altLang="zh-CN" sz="5400" dirty="0"/>
              <a:t>the</a:t>
            </a:r>
            <a:r>
              <a:rPr lang="zh-CN" altLang="en-US" sz="5400" dirty="0"/>
              <a:t> </a:t>
            </a:r>
            <a:r>
              <a:rPr lang="en-US" altLang="zh-CN" sz="5400" dirty="0"/>
              <a:t>header</a:t>
            </a:r>
            <a:r>
              <a:rPr lang="zh-CN" altLang="en-US" sz="5400" dirty="0"/>
              <a:t> </a:t>
            </a:r>
            <a:r>
              <a:rPr lang="en-US" altLang="zh-CN" sz="5400" dirty="0"/>
              <a:t>(CONT’D)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28436-7DE8-042E-7FDC-821495D86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78097"/>
            <a:ext cx="10804598" cy="2998865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You</a:t>
            </a:r>
            <a:r>
              <a:rPr lang="zh-CN" altLang="en-US" sz="3600" dirty="0"/>
              <a:t> </a:t>
            </a:r>
            <a:r>
              <a:rPr lang="en-US" altLang="zh-CN" sz="3600" dirty="0"/>
              <a:t>need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help</a:t>
            </a:r>
            <a:r>
              <a:rPr lang="zh-CN" altLang="en-US" sz="3600" dirty="0"/>
              <a:t> </a:t>
            </a:r>
            <a:r>
              <a:rPr lang="en-US" altLang="zh-CN" sz="3600" dirty="0"/>
              <a:t>of</a:t>
            </a:r>
            <a:r>
              <a:rPr lang="zh-CN" altLang="en-US" sz="3600" dirty="0"/>
              <a:t> </a:t>
            </a:r>
            <a:r>
              <a:rPr lang="en-US" altLang="zh-CN" sz="3600" dirty="0" err="1"/>
              <a:t>readelf</a:t>
            </a:r>
            <a:endParaRPr lang="en-US" altLang="zh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D8C6B-A56D-1986-5C81-08914CCC8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21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F1DAD9-94FD-0EF9-B54C-A98D814A6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02" y="1651525"/>
            <a:ext cx="11093596" cy="1368941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31A43C7F-55B1-B399-F2ED-1C1133DA68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5975" y="3800644"/>
            <a:ext cx="7742825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N" altLang="en-CN" sz="24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riscv64-unknown-elf-readelf -h main.riscv</a:t>
            </a:r>
            <a:endParaRPr kumimoji="0" lang="en-CN" altLang="en-CN" sz="3200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3BDA06-C110-56F2-760B-89F1E84C2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4299" y="2171531"/>
            <a:ext cx="7772400" cy="4503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101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97146-3516-0899-81A5-CDE38C607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7170"/>
            <a:ext cx="10515600" cy="1064070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Read</a:t>
            </a:r>
            <a:r>
              <a:rPr lang="zh-CN" altLang="en-US" sz="5400" dirty="0"/>
              <a:t> </a:t>
            </a:r>
            <a:r>
              <a:rPr lang="en-US" altLang="zh-CN" sz="5400" dirty="0"/>
              <a:t>the</a:t>
            </a:r>
            <a:r>
              <a:rPr lang="zh-CN" altLang="en-US" sz="5400" dirty="0"/>
              <a:t> </a:t>
            </a:r>
            <a:r>
              <a:rPr lang="en-US" altLang="zh-CN" sz="5400" dirty="0"/>
              <a:t>header.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414C0-F384-D6B7-EB64-46D11C615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78097"/>
            <a:ext cx="10515600" cy="2998865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You</a:t>
            </a:r>
            <a:r>
              <a:rPr lang="zh-CN" altLang="en-US" sz="3600" dirty="0"/>
              <a:t> </a:t>
            </a:r>
            <a:r>
              <a:rPr lang="en-US" altLang="zh-CN" sz="3600" dirty="0"/>
              <a:t>need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help</a:t>
            </a:r>
            <a:r>
              <a:rPr lang="zh-CN" altLang="en-US" sz="3600" dirty="0"/>
              <a:t> </a:t>
            </a:r>
            <a:r>
              <a:rPr lang="en-US" altLang="zh-CN" sz="3600" dirty="0"/>
              <a:t>of</a:t>
            </a:r>
            <a:r>
              <a:rPr lang="zh-CN" altLang="en-US" sz="3600" dirty="0"/>
              <a:t> </a:t>
            </a:r>
            <a:r>
              <a:rPr lang="en-US" altLang="zh-CN" sz="3600" dirty="0" err="1"/>
              <a:t>readelf</a:t>
            </a:r>
            <a:endParaRPr lang="en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8BE53-FE08-7025-6F62-F19DCE7DC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22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8D03F3-7A56-6B52-8DB0-31365E248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02" y="1651525"/>
            <a:ext cx="11093596" cy="1368941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C003EDF4-8502-9FD4-BD14-75792CFD8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5975" y="3800644"/>
            <a:ext cx="7742825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N" altLang="en-CN" sz="24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riscv64-unknown-elf-readelf -h main.riscv</a:t>
            </a:r>
            <a:endParaRPr kumimoji="0" lang="en-CN" altLang="en-CN" sz="3200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4ED811-7135-DF73-F799-4F19C25024B4}"/>
              </a:ext>
            </a:extLst>
          </p:cNvPr>
          <p:cNvSpPr/>
          <p:nvPr/>
        </p:nvSpPr>
        <p:spPr>
          <a:xfrm>
            <a:off x="2542478" y="1704216"/>
            <a:ext cx="1572322" cy="3791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0095FB89-E4BF-CE39-DCB0-F7200F62E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2508" y="1216205"/>
            <a:ext cx="1290738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".ELF</a:t>
            </a:r>
            <a:r>
              <a:rPr lang="en-US" altLang="zh-CN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"</a:t>
            </a:r>
            <a:endParaRPr kumimoji="0" lang="en-CN" altLang="en-CN" sz="2400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59738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A61E6-3DB3-A53F-E1D3-B13A1AB35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A0E0A-DD02-34F3-67F4-D5A7841AC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7170"/>
            <a:ext cx="10515600" cy="1064070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Read</a:t>
            </a:r>
            <a:r>
              <a:rPr lang="zh-CN" altLang="en-US" sz="5400" dirty="0"/>
              <a:t> </a:t>
            </a:r>
            <a:r>
              <a:rPr lang="en-US" altLang="zh-CN" sz="5400" dirty="0"/>
              <a:t>the</a:t>
            </a:r>
            <a:r>
              <a:rPr lang="zh-CN" altLang="en-US" sz="5400" dirty="0"/>
              <a:t> </a:t>
            </a:r>
            <a:r>
              <a:rPr lang="en-US" altLang="zh-CN" sz="5400" dirty="0"/>
              <a:t>header</a:t>
            </a:r>
            <a:r>
              <a:rPr lang="zh-CN" altLang="en-US" sz="5400" dirty="0"/>
              <a:t> </a:t>
            </a:r>
            <a:r>
              <a:rPr lang="en-US" altLang="zh-CN" sz="5400" dirty="0"/>
              <a:t>(CONT’D)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B22BC-F3D6-56CB-E4E0-952E3ABD8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78097"/>
            <a:ext cx="10804598" cy="2998865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You</a:t>
            </a:r>
            <a:r>
              <a:rPr lang="zh-CN" altLang="en-US" sz="3600" dirty="0"/>
              <a:t> </a:t>
            </a:r>
            <a:r>
              <a:rPr lang="en-US" altLang="zh-CN" sz="3600" dirty="0"/>
              <a:t>need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help</a:t>
            </a:r>
            <a:r>
              <a:rPr lang="zh-CN" altLang="en-US" sz="3600" dirty="0"/>
              <a:t> </a:t>
            </a:r>
            <a:r>
              <a:rPr lang="en-US" altLang="zh-CN" sz="3600" dirty="0"/>
              <a:t>of</a:t>
            </a:r>
            <a:r>
              <a:rPr lang="zh-CN" altLang="en-US" sz="3600" dirty="0"/>
              <a:t> </a:t>
            </a:r>
            <a:r>
              <a:rPr lang="en-US" altLang="zh-CN" sz="3600" dirty="0" err="1"/>
              <a:t>readelf</a:t>
            </a:r>
            <a:endParaRPr lang="en-US" altLang="zh-CN" sz="3600" dirty="0"/>
          </a:p>
          <a:p>
            <a:endParaRPr lang="en-US" sz="3600" dirty="0"/>
          </a:p>
          <a:p>
            <a:r>
              <a:rPr lang="en-US" altLang="zh-CN" sz="3600" dirty="0"/>
              <a:t>Questions:</a:t>
            </a:r>
            <a:r>
              <a:rPr lang="zh-CN" altLang="en-US" sz="3600" dirty="0"/>
              <a:t> </a:t>
            </a:r>
            <a:r>
              <a:rPr lang="en-US" altLang="zh-CN" sz="3600" dirty="0"/>
              <a:t>What</a:t>
            </a:r>
            <a:r>
              <a:rPr lang="zh-CN" altLang="en-US" sz="3600" dirty="0"/>
              <a:t> </a:t>
            </a:r>
            <a:r>
              <a:rPr lang="en-US" altLang="zh-CN" sz="3600" dirty="0"/>
              <a:t>is</a:t>
            </a:r>
            <a:r>
              <a:rPr lang="zh-CN" altLang="en-US" sz="3600" dirty="0"/>
              <a:t> </a:t>
            </a:r>
            <a:r>
              <a:rPr lang="en-US" altLang="zh-CN" sz="3600" dirty="0"/>
              <a:t>32</a:t>
            </a:r>
            <a:r>
              <a:rPr lang="zh-CN" altLang="en-US" sz="3600" dirty="0"/>
              <a:t> </a:t>
            </a:r>
            <a:r>
              <a:rPr lang="en-US" altLang="zh-CN" sz="3600" dirty="0"/>
              <a:t>or</a:t>
            </a:r>
            <a:r>
              <a:rPr lang="zh-CN" altLang="en-US" sz="3600" dirty="0"/>
              <a:t> </a:t>
            </a:r>
            <a:r>
              <a:rPr lang="en-US" altLang="zh-CN" sz="3600" dirty="0"/>
              <a:t>64</a:t>
            </a:r>
            <a:r>
              <a:rPr lang="zh-CN" altLang="en-US" sz="3600" dirty="0"/>
              <a:t> </a:t>
            </a:r>
            <a:r>
              <a:rPr lang="en-US" altLang="zh-CN" sz="3600" dirty="0"/>
              <a:t>for</a:t>
            </a:r>
            <a:r>
              <a:rPr lang="zh-CN" altLang="en-US" sz="3600" dirty="0"/>
              <a:t> </a:t>
            </a:r>
            <a:r>
              <a:rPr lang="en-US" altLang="zh-CN" sz="3600" dirty="0"/>
              <a:t>a</a:t>
            </a:r>
            <a:r>
              <a:rPr lang="zh-CN" altLang="en-US" sz="3600" dirty="0"/>
              <a:t> </a:t>
            </a:r>
            <a:r>
              <a:rPr lang="en-US" altLang="zh-CN" sz="3600" dirty="0"/>
              <a:t>32/64-bit</a:t>
            </a:r>
            <a:r>
              <a:rPr lang="zh-CN" altLang="en-US" sz="3600" dirty="0"/>
              <a:t> </a:t>
            </a:r>
            <a:r>
              <a:rPr lang="en-US" altLang="zh-CN" sz="3600" dirty="0"/>
              <a:t>machine?</a:t>
            </a:r>
            <a:endParaRPr lang="en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5A0E1-C117-DD44-010D-346B1206F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23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2B4DBE-8855-CE95-381A-6978D9ED1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02" y="1651525"/>
            <a:ext cx="11093596" cy="1368941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D9041A91-60F9-E5A8-88F4-44A4A0E8E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5975" y="3800644"/>
            <a:ext cx="7742825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N" altLang="en-CN" sz="24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riscv64-unknown-elf-readelf -h main.riscv</a:t>
            </a:r>
            <a:endParaRPr kumimoji="0" lang="en-CN" altLang="en-CN" sz="3200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3C944F-5635-E5F3-58C1-46C2F9679688}"/>
              </a:ext>
            </a:extLst>
          </p:cNvPr>
          <p:cNvSpPr/>
          <p:nvPr/>
        </p:nvSpPr>
        <p:spPr>
          <a:xfrm>
            <a:off x="4170555" y="1704216"/>
            <a:ext cx="379141" cy="3791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8EBF5B77-D491-FA9B-1DFC-930065A12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0125" y="1119223"/>
            <a:ext cx="3871573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01:32-bit</a:t>
            </a:r>
            <a:r>
              <a:rPr lang="zh-CN" altLang="en-US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02: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64-bit</a:t>
            </a:r>
          </a:p>
        </p:txBody>
      </p:sp>
    </p:spTree>
    <p:extLst>
      <p:ext uri="{BB962C8B-B14F-4D97-AF65-F5344CB8AC3E}">
        <p14:creationId xmlns:p14="http://schemas.microsoft.com/office/powerpoint/2010/main" val="4403314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717C5-B97D-F7B2-31BB-E8450235D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257FF-2E4E-1067-7317-72653D705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7170"/>
            <a:ext cx="10515600" cy="1064070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Read</a:t>
            </a:r>
            <a:r>
              <a:rPr lang="zh-CN" altLang="en-US" sz="5400" dirty="0"/>
              <a:t> </a:t>
            </a:r>
            <a:r>
              <a:rPr lang="en-US" altLang="zh-CN" sz="5400" dirty="0"/>
              <a:t>the</a:t>
            </a:r>
            <a:r>
              <a:rPr lang="zh-CN" altLang="en-US" sz="5400" dirty="0"/>
              <a:t> </a:t>
            </a:r>
            <a:r>
              <a:rPr lang="en-US" altLang="zh-CN" sz="5400" dirty="0"/>
              <a:t>header</a:t>
            </a:r>
            <a:r>
              <a:rPr lang="zh-CN" altLang="en-US" sz="5400" dirty="0"/>
              <a:t> </a:t>
            </a:r>
            <a:r>
              <a:rPr lang="en-US" altLang="zh-CN" sz="5400" dirty="0"/>
              <a:t>(CONT’D)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5F09F-ECAA-4366-2379-DCA9A0123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78097"/>
            <a:ext cx="10804598" cy="3314778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You</a:t>
            </a:r>
            <a:r>
              <a:rPr lang="zh-CN" altLang="en-US" sz="3600" dirty="0"/>
              <a:t> </a:t>
            </a:r>
            <a:r>
              <a:rPr lang="en-US" altLang="zh-CN" sz="3600" dirty="0"/>
              <a:t>need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help</a:t>
            </a:r>
            <a:r>
              <a:rPr lang="zh-CN" altLang="en-US" sz="3600" dirty="0"/>
              <a:t> </a:t>
            </a:r>
            <a:r>
              <a:rPr lang="en-US" altLang="zh-CN" sz="3600" dirty="0"/>
              <a:t>of</a:t>
            </a:r>
            <a:r>
              <a:rPr lang="zh-CN" altLang="en-US" sz="3600" dirty="0"/>
              <a:t> </a:t>
            </a:r>
            <a:r>
              <a:rPr lang="en-US" altLang="zh-CN" sz="3600" dirty="0" err="1"/>
              <a:t>readelf</a:t>
            </a:r>
            <a:endParaRPr lang="en-US" altLang="zh-CN" sz="3600" dirty="0"/>
          </a:p>
          <a:p>
            <a:endParaRPr lang="en-US" sz="3600" dirty="0"/>
          </a:p>
          <a:p>
            <a:r>
              <a:rPr lang="en-US" altLang="zh-CN" sz="3600" dirty="0"/>
              <a:t>What</a:t>
            </a:r>
            <a:r>
              <a:rPr lang="zh-CN" altLang="en-US" sz="3600" dirty="0"/>
              <a:t> </a:t>
            </a:r>
            <a:r>
              <a:rPr lang="en-US" altLang="zh-CN" sz="3600" dirty="0"/>
              <a:t>is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most</a:t>
            </a:r>
            <a:r>
              <a:rPr lang="zh-CN" altLang="en-US" sz="3600" dirty="0"/>
              <a:t> </a:t>
            </a:r>
            <a:r>
              <a:rPr lang="en-US" altLang="zh-CN" sz="3600" dirty="0"/>
              <a:t>normal</a:t>
            </a:r>
            <a:r>
              <a:rPr lang="zh-CN" altLang="en-US" sz="3600" dirty="0"/>
              <a:t> </a:t>
            </a:r>
            <a:r>
              <a:rPr lang="en-US" altLang="zh-CN" sz="3600" dirty="0"/>
              <a:t>endian</a:t>
            </a:r>
            <a:r>
              <a:rPr lang="zh-CN" altLang="en-US" sz="3600" dirty="0"/>
              <a:t> </a:t>
            </a:r>
            <a:r>
              <a:rPr lang="en-US" altLang="zh-CN" sz="3600" dirty="0"/>
              <a:t>contradiction</a:t>
            </a:r>
            <a:r>
              <a:rPr lang="zh-CN" altLang="en-US" sz="3600" dirty="0"/>
              <a:t> </a:t>
            </a:r>
            <a:r>
              <a:rPr lang="en-US" altLang="zh-CN" sz="3600" dirty="0"/>
              <a:t>you</a:t>
            </a:r>
            <a:r>
              <a:rPr lang="zh-CN" altLang="en-US" sz="3600" dirty="0"/>
              <a:t> </a:t>
            </a:r>
            <a:r>
              <a:rPr lang="en-US" altLang="zh-CN" sz="3600" dirty="0"/>
              <a:t>see</a:t>
            </a:r>
            <a:r>
              <a:rPr lang="zh-CN" altLang="en-US" sz="3600" dirty="0"/>
              <a:t> </a:t>
            </a:r>
            <a:r>
              <a:rPr lang="en-US" altLang="zh-CN" sz="3600" dirty="0"/>
              <a:t>everyday?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26B53-3224-C80F-D50D-4C43AD39B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24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D8538A-CA64-8544-2F83-896887024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02" y="1651525"/>
            <a:ext cx="11093596" cy="1368941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183C1E44-A750-227C-A330-98DDB1CEC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5975" y="3800644"/>
            <a:ext cx="7742825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N" altLang="en-CN" sz="24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riscv64-unknown-elf-readelf -h main.riscv</a:t>
            </a:r>
            <a:endParaRPr kumimoji="0" lang="en-CN" altLang="en-CN" sz="3200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D8AD85-2441-5B92-A496-93EC21E656B0}"/>
              </a:ext>
            </a:extLst>
          </p:cNvPr>
          <p:cNvSpPr/>
          <p:nvPr/>
        </p:nvSpPr>
        <p:spPr>
          <a:xfrm>
            <a:off x="4505090" y="1704216"/>
            <a:ext cx="379141" cy="3791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F2AEFFB4-A830-128E-886E-32D18A6D2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0125" y="1119223"/>
            <a:ext cx="5715026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01:little</a:t>
            </a:r>
            <a:r>
              <a:rPr lang="en-US" altLang="zh-CN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-endian</a:t>
            </a:r>
            <a:r>
              <a:rPr lang="zh-CN" altLang="en-US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02:</a:t>
            </a:r>
            <a:r>
              <a:rPr lang="en-US" altLang="zh-CN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bit-endian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D8F4F03-5D92-AF19-04C1-828019FFB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224" y="5558632"/>
            <a:ext cx="10065576" cy="95410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a</a:t>
            </a:r>
            <a:r>
              <a:rPr kumimoji="0" lang="zh-CN" altLang="en-US" sz="28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=</a:t>
            </a:r>
            <a:r>
              <a:rPr kumimoji="0" lang="zh-CN" altLang="en-US" sz="28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0b10101010101010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28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kumimoji="0" lang="zh-CN" altLang="en-US" sz="28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zh-CN" altLang="en-US" sz="28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[0,</a:t>
            </a:r>
            <a:r>
              <a:rPr kumimoji="0" lang="zh-CN" altLang="en-US" sz="28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1,</a:t>
            </a:r>
            <a:r>
              <a:rPr lang="zh-CN" altLang="en-US" sz="28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0,</a:t>
            </a:r>
            <a:r>
              <a:rPr lang="zh-CN" altLang="en-US" sz="28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1,</a:t>
            </a:r>
            <a:r>
              <a:rPr lang="zh-CN" altLang="en-US" sz="28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0,</a:t>
            </a:r>
            <a:r>
              <a:rPr lang="zh-CN" altLang="en-US" sz="28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1,</a:t>
            </a:r>
            <a:r>
              <a:rPr lang="zh-CN" altLang="en-US" sz="28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0,</a:t>
            </a:r>
            <a:r>
              <a:rPr lang="zh-CN" altLang="en-US" sz="28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1,</a:t>
            </a:r>
            <a:r>
              <a:rPr lang="zh-CN" altLang="en-US" sz="28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0,</a:t>
            </a:r>
            <a:r>
              <a:rPr lang="zh-CN" altLang="en-US" sz="28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1,</a:t>
            </a:r>
            <a:r>
              <a:rPr lang="zh-CN" altLang="en-US" sz="28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0,</a:t>
            </a:r>
            <a:r>
              <a:rPr lang="zh-CN" altLang="en-US" sz="28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1,</a:t>
            </a:r>
            <a:r>
              <a:rPr lang="zh-CN" altLang="en-US" sz="28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0,</a:t>
            </a:r>
            <a:r>
              <a:rPr lang="zh-CN" altLang="en-US" sz="28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1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kumimoji="0" lang="en-CN" altLang="en-CN" sz="2800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138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6D678-8056-FE03-75F4-A960B0339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93399-750D-6C56-B68C-7AC218A78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7170"/>
            <a:ext cx="10515600" cy="1064070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Read</a:t>
            </a:r>
            <a:r>
              <a:rPr lang="zh-CN" altLang="en-US" sz="5400" dirty="0"/>
              <a:t> </a:t>
            </a:r>
            <a:r>
              <a:rPr lang="en-US" altLang="zh-CN" sz="5400" dirty="0"/>
              <a:t>the</a:t>
            </a:r>
            <a:r>
              <a:rPr lang="zh-CN" altLang="en-US" sz="5400" dirty="0"/>
              <a:t> </a:t>
            </a:r>
            <a:r>
              <a:rPr lang="en-US" altLang="zh-CN" sz="5400" dirty="0"/>
              <a:t>header</a:t>
            </a:r>
            <a:r>
              <a:rPr lang="zh-CN" altLang="en-US" sz="5400" dirty="0"/>
              <a:t> </a:t>
            </a:r>
            <a:r>
              <a:rPr lang="en-US" altLang="zh-CN" sz="5400" dirty="0"/>
              <a:t>(CONT’D)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9005F-E47E-1D38-A2A1-0CDB05ED5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78097"/>
            <a:ext cx="10804598" cy="3314778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You</a:t>
            </a:r>
            <a:r>
              <a:rPr lang="zh-CN" altLang="en-US" sz="3600" dirty="0"/>
              <a:t> </a:t>
            </a:r>
            <a:r>
              <a:rPr lang="en-US" altLang="zh-CN" sz="3600" dirty="0"/>
              <a:t>need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help</a:t>
            </a:r>
            <a:r>
              <a:rPr lang="zh-CN" altLang="en-US" sz="3600" dirty="0"/>
              <a:t> </a:t>
            </a:r>
            <a:r>
              <a:rPr lang="en-US" altLang="zh-CN" sz="3600" dirty="0"/>
              <a:t>of</a:t>
            </a:r>
            <a:r>
              <a:rPr lang="zh-CN" altLang="en-US" sz="3600" dirty="0"/>
              <a:t> </a:t>
            </a:r>
            <a:r>
              <a:rPr lang="en-US" altLang="zh-CN" sz="3600" dirty="0" err="1"/>
              <a:t>readelf</a:t>
            </a:r>
            <a:endParaRPr lang="en-US" altLang="zh-CN" sz="3600" dirty="0"/>
          </a:p>
          <a:p>
            <a:endParaRPr lang="en-US" sz="3600" dirty="0"/>
          </a:p>
          <a:p>
            <a:r>
              <a:rPr lang="en-US" altLang="zh-CN" sz="3600" dirty="0"/>
              <a:t>What</a:t>
            </a:r>
            <a:r>
              <a:rPr lang="zh-CN" altLang="en-US" sz="3600" dirty="0"/>
              <a:t> </a:t>
            </a:r>
            <a:r>
              <a:rPr lang="en-US" altLang="zh-CN" sz="3600" dirty="0"/>
              <a:t>is</a:t>
            </a:r>
            <a:r>
              <a:rPr lang="zh-CN" altLang="en-US" sz="3600" dirty="0"/>
              <a:t> </a:t>
            </a:r>
            <a:r>
              <a:rPr lang="en-US" altLang="zh-CN" sz="3600" dirty="0"/>
              <a:t>ABI?</a:t>
            </a:r>
          </a:p>
          <a:p>
            <a:r>
              <a:rPr lang="en-US" altLang="zh-CN" sz="3600" dirty="0"/>
              <a:t>What</a:t>
            </a:r>
            <a:r>
              <a:rPr lang="zh-CN" altLang="en-US" sz="3600" dirty="0"/>
              <a:t> </a:t>
            </a:r>
            <a:r>
              <a:rPr lang="en-US" altLang="zh-CN" sz="3600" dirty="0"/>
              <a:t>is</a:t>
            </a:r>
            <a:r>
              <a:rPr lang="zh-CN" altLang="en-US" sz="3600" dirty="0"/>
              <a:t> </a:t>
            </a:r>
            <a:r>
              <a:rPr lang="en-US" altLang="zh-CN" sz="3600" dirty="0"/>
              <a:t>API?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FE0580-0A22-A811-40D4-FE2C05B1F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25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03D617-1062-04B1-E877-D14EEE1FF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02" y="1651525"/>
            <a:ext cx="11093596" cy="1368941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21E04729-02D4-F6B3-2E2E-92C750FDC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5975" y="3800644"/>
            <a:ext cx="7742825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N" altLang="en-CN" sz="24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riscv64-unknown-elf-readelf -h main.riscv</a:t>
            </a:r>
            <a:endParaRPr kumimoji="0" lang="en-CN" altLang="en-CN" sz="3200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A5FAB7-0B3C-3BF1-EC8C-9227C9185B1C}"/>
              </a:ext>
            </a:extLst>
          </p:cNvPr>
          <p:cNvSpPr/>
          <p:nvPr/>
        </p:nvSpPr>
        <p:spPr>
          <a:xfrm>
            <a:off x="4964903" y="1729830"/>
            <a:ext cx="700564" cy="3791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8BD06910-E9E4-7551-8909-9D69CB4B4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0274" y="1113298"/>
            <a:ext cx="1290738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OS</a:t>
            </a:r>
            <a:r>
              <a:rPr lang="en-US" altLang="zh-CN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/ABI</a:t>
            </a:r>
            <a:endParaRPr kumimoji="0" lang="en-CN" altLang="en-CN" sz="2400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8A32B4E1-ED07-A6AD-8D9F-103BA0204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6322" y="1109419"/>
            <a:ext cx="1681335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Paddings</a:t>
            </a:r>
            <a:endParaRPr kumimoji="0" lang="en-CN" altLang="en-CN" sz="2400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509A96-3952-97AA-DE4F-892586E46498}"/>
              </a:ext>
            </a:extLst>
          </p:cNvPr>
          <p:cNvSpPr/>
          <p:nvPr/>
        </p:nvSpPr>
        <p:spPr>
          <a:xfrm>
            <a:off x="6526534" y="1729830"/>
            <a:ext cx="2312665" cy="3791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880504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EEB8C-27E5-4498-FA81-5F895FCA5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ECDB7-2686-2795-3346-3D3E4B03E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/>
              <a:t>RISCV:</a:t>
            </a:r>
            <a:r>
              <a:rPr lang="zh-CN" altLang="en-US" sz="5400" dirty="0"/>
              <a:t> </a:t>
            </a:r>
            <a:r>
              <a:rPr lang="en-US" altLang="zh-CN" sz="5400" dirty="0"/>
              <a:t>Modules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9A315-CBE2-A91F-01EB-6826C41E3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RISC-V</a:t>
            </a:r>
            <a:r>
              <a:rPr lang="zh-CN" altLang="en-US" sz="3600" dirty="0"/>
              <a:t> </a:t>
            </a:r>
            <a:r>
              <a:rPr lang="en-US" altLang="zh-CN" sz="3600" dirty="0"/>
              <a:t>Extensions:</a:t>
            </a:r>
            <a:r>
              <a:rPr lang="zh-CN" altLang="en-US" sz="3600" dirty="0"/>
              <a:t> </a:t>
            </a:r>
            <a:r>
              <a:rPr lang="en-US" altLang="zh-CN" sz="3600" dirty="0"/>
              <a:t>I/M/F/D/V/E/C</a:t>
            </a:r>
          </a:p>
          <a:p>
            <a:pPr lvl="1"/>
            <a:r>
              <a:rPr lang="en-US" sz="3200" dirty="0"/>
              <a:t>I</a:t>
            </a:r>
            <a:r>
              <a:rPr lang="en-US" altLang="zh-CN" sz="3200" dirty="0"/>
              <a:t>:</a:t>
            </a:r>
            <a:r>
              <a:rPr lang="zh-CN" altLang="en-US" sz="3200" dirty="0"/>
              <a:t> </a:t>
            </a:r>
            <a:r>
              <a:rPr lang="en-US" altLang="zh-CN" sz="3200" dirty="0"/>
              <a:t>The</a:t>
            </a:r>
            <a:r>
              <a:rPr lang="zh-CN" altLang="en-US" sz="3200" dirty="0"/>
              <a:t> </a:t>
            </a:r>
            <a:r>
              <a:rPr lang="en-US" altLang="zh-CN" sz="3200" dirty="0"/>
              <a:t>most</a:t>
            </a:r>
            <a:r>
              <a:rPr lang="zh-CN" altLang="en-US" sz="3200" dirty="0"/>
              <a:t> </a:t>
            </a:r>
            <a:r>
              <a:rPr lang="en-US" altLang="zh-CN" sz="3200" dirty="0"/>
              <a:t>basic</a:t>
            </a:r>
            <a:r>
              <a:rPr lang="zh-CN" altLang="en-US" sz="3200" dirty="0"/>
              <a:t> </a:t>
            </a:r>
            <a:r>
              <a:rPr lang="en-US" altLang="zh-CN" sz="3200" dirty="0"/>
              <a:t>instruction</a:t>
            </a:r>
            <a:r>
              <a:rPr lang="zh-CN" altLang="en-US" sz="3200" dirty="0"/>
              <a:t> </a:t>
            </a:r>
            <a:r>
              <a:rPr lang="en-US" altLang="zh-CN" sz="3200" dirty="0"/>
              <a:t>set</a:t>
            </a:r>
          </a:p>
          <a:p>
            <a:pPr lvl="1"/>
            <a:r>
              <a:rPr lang="en-US" altLang="zh-CN" sz="3200" dirty="0"/>
              <a:t>M:</a:t>
            </a:r>
            <a:r>
              <a:rPr lang="zh-CN" altLang="en-US" sz="3200" dirty="0"/>
              <a:t> </a:t>
            </a:r>
            <a:r>
              <a:rPr lang="en-US" altLang="zh-CN" sz="3200" dirty="0"/>
              <a:t>Multiply</a:t>
            </a:r>
          </a:p>
          <a:p>
            <a:pPr lvl="1"/>
            <a:r>
              <a:rPr lang="en-US" altLang="zh-CN" sz="3200" dirty="0"/>
              <a:t>F:</a:t>
            </a:r>
            <a:r>
              <a:rPr lang="zh-CN" altLang="en-US" sz="3200" dirty="0"/>
              <a:t> </a:t>
            </a:r>
            <a:r>
              <a:rPr lang="en-US" altLang="zh-CN" sz="3200" dirty="0"/>
              <a:t>Float</a:t>
            </a:r>
          </a:p>
          <a:p>
            <a:pPr lvl="1"/>
            <a:r>
              <a:rPr lang="en-US" altLang="zh-CN" sz="3200" dirty="0"/>
              <a:t>D:</a:t>
            </a:r>
            <a:r>
              <a:rPr lang="zh-CN" altLang="en-US" sz="3200" dirty="0"/>
              <a:t> </a:t>
            </a:r>
            <a:r>
              <a:rPr lang="en-US" altLang="zh-CN" sz="3200" dirty="0"/>
              <a:t>Double</a:t>
            </a:r>
          </a:p>
          <a:p>
            <a:pPr lvl="1"/>
            <a:r>
              <a:rPr lang="en-US" altLang="zh-CN" sz="3200" dirty="0"/>
              <a:t>V:</a:t>
            </a:r>
            <a:r>
              <a:rPr lang="zh-CN" altLang="en-US" sz="3200" dirty="0"/>
              <a:t> </a:t>
            </a:r>
            <a:r>
              <a:rPr lang="en-US" altLang="zh-CN" sz="3200" dirty="0"/>
              <a:t>Vector</a:t>
            </a:r>
          </a:p>
          <a:p>
            <a:pPr lvl="1"/>
            <a:r>
              <a:rPr lang="en-US" altLang="zh-CN" sz="3200" dirty="0"/>
              <a:t>C:</a:t>
            </a:r>
            <a:r>
              <a:rPr lang="zh-CN" altLang="en-US" sz="3200" dirty="0"/>
              <a:t> </a:t>
            </a:r>
            <a:r>
              <a:rPr lang="en-US" altLang="zh-CN" sz="3200" dirty="0"/>
              <a:t>Compress</a:t>
            </a:r>
          </a:p>
          <a:p>
            <a:pPr lvl="1"/>
            <a:r>
              <a:rPr lang="en-US" altLang="zh-CN" sz="3200" dirty="0"/>
              <a:t>E:</a:t>
            </a:r>
            <a:r>
              <a:rPr lang="zh-CN" altLang="en-US" sz="3200" dirty="0"/>
              <a:t> </a:t>
            </a:r>
            <a:r>
              <a:rPr lang="en-US" altLang="zh-CN" sz="3200" dirty="0"/>
              <a:t>Extension</a:t>
            </a:r>
            <a:endParaRPr lang="en-C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E229B-1837-94CC-43DD-901E355D8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26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710916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18A9C-B80F-68A1-FE96-FD88D6109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771" y="184150"/>
            <a:ext cx="11916229" cy="1325563"/>
          </a:xfrm>
        </p:spPr>
        <p:txBody>
          <a:bodyPr>
            <a:normAutofit/>
          </a:bodyPr>
          <a:lstStyle/>
          <a:p>
            <a:r>
              <a:rPr lang="en-CN" sz="5400" dirty="0"/>
              <a:t>W</a:t>
            </a:r>
            <a:r>
              <a:rPr lang="en-US" altLang="zh-CN" sz="5400" dirty="0"/>
              <a:t>hy</a:t>
            </a:r>
            <a:r>
              <a:rPr lang="zh-CN" altLang="en-US" sz="5400" dirty="0"/>
              <a:t> </a:t>
            </a:r>
            <a:r>
              <a:rPr lang="en-US" altLang="zh-CN" sz="5400" dirty="0"/>
              <a:t>bother</a:t>
            </a:r>
            <a:r>
              <a:rPr lang="zh-CN" altLang="en-US" sz="5400" dirty="0"/>
              <a:t> </a:t>
            </a:r>
            <a:r>
              <a:rPr lang="en-US" altLang="zh-CN" sz="5400" dirty="0"/>
              <a:t>to</a:t>
            </a:r>
            <a:r>
              <a:rPr lang="zh-CN" altLang="en-US" sz="5400" dirty="0"/>
              <a:t> </a:t>
            </a:r>
            <a:r>
              <a:rPr lang="en-US" altLang="zh-CN" sz="5400" dirty="0"/>
              <a:t>have</a:t>
            </a:r>
            <a:r>
              <a:rPr lang="zh-CN" altLang="en-US" sz="5400" dirty="0"/>
              <a:t> </a:t>
            </a:r>
            <a:r>
              <a:rPr lang="en-US" altLang="zh-CN" sz="5400" dirty="0"/>
              <a:t>this</a:t>
            </a:r>
            <a:r>
              <a:rPr lang="zh-CN" altLang="en-US" sz="5400" dirty="0"/>
              <a:t> </a:t>
            </a:r>
            <a:r>
              <a:rPr lang="en-US" altLang="zh-CN" sz="5400" dirty="0"/>
              <a:t>much</a:t>
            </a:r>
            <a:r>
              <a:rPr lang="zh-CN" altLang="en-US" sz="5400" dirty="0"/>
              <a:t> </a:t>
            </a:r>
            <a:r>
              <a:rPr lang="en-US" altLang="zh-CN" sz="5400" dirty="0"/>
              <a:t>extensions?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C7487-7A0E-D048-67D3-6B40BF477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85" y="1509713"/>
            <a:ext cx="11916228" cy="1919287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Dude,</a:t>
            </a:r>
            <a:r>
              <a:rPr lang="zh-CN" altLang="en-US" sz="3600" dirty="0"/>
              <a:t> </a:t>
            </a:r>
            <a:r>
              <a:rPr lang="en-US" altLang="zh-CN" sz="3600" dirty="0"/>
              <a:t>there</a:t>
            </a:r>
            <a:r>
              <a:rPr lang="zh-CN" altLang="en-US" sz="3600" dirty="0"/>
              <a:t> </a:t>
            </a:r>
            <a:r>
              <a:rPr lang="en-US" altLang="zh-CN" sz="3600" dirty="0"/>
              <a:t>is</a:t>
            </a:r>
            <a:r>
              <a:rPr lang="zh-CN" altLang="en-US" sz="3600" dirty="0"/>
              <a:t> </a:t>
            </a:r>
            <a:r>
              <a:rPr lang="en-US" altLang="zh-CN" sz="3600" dirty="0"/>
              <a:t>no</a:t>
            </a:r>
            <a:r>
              <a:rPr lang="zh-CN" altLang="en-US" sz="3600" dirty="0"/>
              <a:t> </a:t>
            </a:r>
            <a:r>
              <a:rPr lang="en-US" altLang="zh-CN" sz="3600" dirty="0"/>
              <a:t>magic</a:t>
            </a:r>
            <a:r>
              <a:rPr lang="zh-CN" altLang="en-US" sz="3600" dirty="0"/>
              <a:t> </a:t>
            </a:r>
            <a:r>
              <a:rPr lang="en-US" altLang="zh-CN" sz="3600" dirty="0"/>
              <a:t>in</a:t>
            </a:r>
            <a:r>
              <a:rPr lang="zh-CN" altLang="en-US" sz="3600" dirty="0"/>
              <a:t> </a:t>
            </a:r>
            <a:r>
              <a:rPr lang="en-US" altLang="zh-CN" sz="3600" dirty="0"/>
              <a:t>this</a:t>
            </a:r>
            <a:r>
              <a:rPr lang="zh-CN" altLang="en-US" sz="3600" dirty="0"/>
              <a:t> </a:t>
            </a:r>
            <a:r>
              <a:rPr lang="en-US" altLang="zh-CN" sz="3600" dirty="0"/>
              <a:t>world</a:t>
            </a:r>
          </a:p>
          <a:p>
            <a:pPr lvl="1"/>
            <a:r>
              <a:rPr lang="en-US" altLang="zh-CN" sz="3200" dirty="0"/>
              <a:t>A</a:t>
            </a:r>
            <a:r>
              <a:rPr lang="zh-CN" altLang="en-US" sz="3200" dirty="0"/>
              <a:t> </a:t>
            </a:r>
            <a:r>
              <a:rPr lang="en-US" altLang="zh-CN" sz="3200" dirty="0"/>
              <a:t>multiplier</a:t>
            </a:r>
            <a:r>
              <a:rPr lang="zh-CN" altLang="en-US" sz="3200" dirty="0"/>
              <a:t> </a:t>
            </a:r>
            <a:r>
              <a:rPr lang="en-US" altLang="zh-CN" sz="3200" dirty="0"/>
              <a:t>is</a:t>
            </a:r>
            <a:r>
              <a:rPr lang="zh-CN" altLang="en-US" sz="3200" dirty="0"/>
              <a:t> </a:t>
            </a:r>
            <a:r>
              <a:rPr lang="en-US" altLang="zh-CN" sz="3200" dirty="0"/>
              <a:t>typically</a:t>
            </a:r>
            <a:r>
              <a:rPr lang="zh-CN" altLang="en-US" sz="3200" dirty="0"/>
              <a:t> </a:t>
            </a:r>
            <a:r>
              <a:rPr lang="en-US" altLang="zh-CN" sz="3200" dirty="0"/>
              <a:t>3-stage</a:t>
            </a:r>
            <a:r>
              <a:rPr lang="zh-CN" altLang="en-US" sz="3200" dirty="0"/>
              <a:t> </a:t>
            </a:r>
            <a:r>
              <a:rPr lang="en-US" altLang="zh-CN" sz="3200" dirty="0"/>
              <a:t>pipeline,</a:t>
            </a:r>
            <a:r>
              <a:rPr lang="zh-CN" altLang="en-US" sz="3200" dirty="0"/>
              <a:t> </a:t>
            </a:r>
            <a:r>
              <a:rPr lang="en-US" altLang="zh-CN" sz="3200" dirty="0"/>
              <a:t>which</a:t>
            </a:r>
            <a:r>
              <a:rPr lang="zh-CN" altLang="en-US" sz="3200" dirty="0"/>
              <a:t> </a:t>
            </a:r>
            <a:r>
              <a:rPr lang="en-US" altLang="zh-CN" sz="3200" dirty="0"/>
              <a:t>is</a:t>
            </a:r>
            <a:r>
              <a:rPr lang="zh-CN" altLang="en-US" sz="3200" dirty="0"/>
              <a:t> </a:t>
            </a:r>
            <a:r>
              <a:rPr lang="en-US" altLang="zh-CN" sz="3200" dirty="0"/>
              <a:t>complicated</a:t>
            </a:r>
          </a:p>
          <a:p>
            <a:r>
              <a:rPr lang="en-US" altLang="zh-CN" sz="3600" dirty="0"/>
              <a:t>What</a:t>
            </a:r>
            <a:r>
              <a:rPr lang="zh-CN" altLang="en-US" sz="3600" dirty="0"/>
              <a:t> </a:t>
            </a:r>
            <a:r>
              <a:rPr lang="en-US" altLang="zh-CN" sz="3600" dirty="0"/>
              <a:t>if</a:t>
            </a:r>
            <a:r>
              <a:rPr lang="zh-CN" altLang="en-US" sz="3600" dirty="0"/>
              <a:t> </a:t>
            </a:r>
            <a:r>
              <a:rPr lang="en-US" altLang="zh-CN" sz="3600" dirty="0"/>
              <a:t>I</a:t>
            </a:r>
            <a:r>
              <a:rPr lang="zh-CN" altLang="en-US" sz="3600" dirty="0"/>
              <a:t> </a:t>
            </a:r>
            <a:r>
              <a:rPr lang="en-US" altLang="zh-CN" sz="3600" dirty="0"/>
              <a:t>do</a:t>
            </a:r>
            <a:r>
              <a:rPr lang="zh-CN" altLang="en-US" sz="3600" dirty="0"/>
              <a:t> </a:t>
            </a:r>
            <a:r>
              <a:rPr lang="en-US" altLang="zh-CN" sz="3600" dirty="0"/>
              <a:t>not</a:t>
            </a:r>
            <a:r>
              <a:rPr lang="zh-CN" altLang="en-US" sz="3600" dirty="0"/>
              <a:t> </a:t>
            </a:r>
            <a:r>
              <a:rPr lang="en-US" altLang="zh-CN" sz="3600" dirty="0"/>
              <a:t>have</a:t>
            </a:r>
            <a:r>
              <a:rPr lang="zh-CN" altLang="en-US" sz="3600" dirty="0"/>
              <a:t> </a:t>
            </a:r>
            <a:r>
              <a:rPr lang="en-US" altLang="zh-CN" sz="3600" dirty="0"/>
              <a:t>a</a:t>
            </a:r>
            <a:r>
              <a:rPr lang="zh-CN" altLang="en-US" sz="3600" dirty="0"/>
              <a:t> </a:t>
            </a:r>
            <a:r>
              <a:rPr lang="en-US" altLang="zh-CN" sz="3600" dirty="0"/>
              <a:t>multiplier</a:t>
            </a:r>
            <a:r>
              <a:rPr lang="zh-CN" altLang="en-US" sz="3600" dirty="0"/>
              <a:t> </a:t>
            </a:r>
            <a:r>
              <a:rPr lang="en-US" altLang="zh-CN" sz="3600" dirty="0"/>
              <a:t>while</a:t>
            </a:r>
            <a:r>
              <a:rPr lang="zh-CN" altLang="en-US" sz="3600" dirty="0"/>
              <a:t> </a:t>
            </a:r>
            <a:r>
              <a:rPr lang="en-US" altLang="zh-CN" sz="3600" dirty="0"/>
              <a:t>I</a:t>
            </a:r>
            <a:r>
              <a:rPr lang="zh-CN" altLang="en-US" sz="3600" dirty="0"/>
              <a:t> </a:t>
            </a:r>
            <a:r>
              <a:rPr lang="en-US" altLang="zh-CN" sz="3600" dirty="0"/>
              <a:t>have</a:t>
            </a:r>
            <a:r>
              <a:rPr lang="zh-CN" altLang="en-US" sz="3600" dirty="0"/>
              <a:t> * </a:t>
            </a:r>
            <a:r>
              <a:rPr lang="en-US" altLang="zh-CN" sz="3600" dirty="0"/>
              <a:t>in</a:t>
            </a:r>
            <a:r>
              <a:rPr lang="zh-CN" altLang="en-US" sz="3600" dirty="0"/>
              <a:t> </a:t>
            </a:r>
            <a:r>
              <a:rPr lang="en-US" altLang="zh-CN" sz="3600" dirty="0"/>
              <a:t>my</a:t>
            </a:r>
            <a:r>
              <a:rPr lang="zh-CN" altLang="en-US" sz="3600" dirty="0"/>
              <a:t> </a:t>
            </a:r>
            <a:r>
              <a:rPr lang="en-US" altLang="zh-CN" sz="3600" dirty="0"/>
              <a:t>app?</a:t>
            </a:r>
            <a:endParaRPr lang="en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72B68-4618-A2D6-D899-BB103CD2E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27</a:t>
            </a:fld>
            <a:endParaRPr lang="en-C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9A6129-60BD-34AD-62FF-E5635E6B2A86}"/>
              </a:ext>
            </a:extLst>
          </p:cNvPr>
          <p:cNvSpPr txBox="1"/>
          <p:nvPr/>
        </p:nvSpPr>
        <p:spPr>
          <a:xfrm>
            <a:off x="2040241" y="3429000"/>
            <a:ext cx="8111516" cy="30469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uint32_t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multiply(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uint32_t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a,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uint32_t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b)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uint32_t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res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uint32_t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32;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++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(b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1)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res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+=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a;</a:t>
            </a:r>
            <a:b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&lt;&lt;=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1;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zh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res;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45253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5058C-8CD4-5A16-10BC-10CFE732B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83BA8-694C-DF10-46DE-D992AD9D1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7170"/>
            <a:ext cx="10515600" cy="1064070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Read</a:t>
            </a:r>
            <a:r>
              <a:rPr lang="zh-CN" altLang="en-US" sz="5400" dirty="0"/>
              <a:t> </a:t>
            </a:r>
            <a:r>
              <a:rPr lang="en-US" altLang="zh-CN" sz="5400" dirty="0"/>
              <a:t>the</a:t>
            </a:r>
            <a:r>
              <a:rPr lang="zh-CN" altLang="en-US" sz="5400" dirty="0"/>
              <a:t> </a:t>
            </a:r>
            <a:r>
              <a:rPr lang="en-US" altLang="zh-CN" sz="5400" dirty="0"/>
              <a:t>header</a:t>
            </a:r>
            <a:r>
              <a:rPr lang="zh-CN" altLang="en-US" sz="5400" dirty="0"/>
              <a:t> </a:t>
            </a:r>
            <a:r>
              <a:rPr lang="en-US" altLang="zh-CN" sz="5400" dirty="0"/>
              <a:t>(CONT’D)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C8D69-A4B9-5FF0-33CF-54DF251C9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78097"/>
            <a:ext cx="10804598" cy="3314778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You</a:t>
            </a:r>
            <a:r>
              <a:rPr lang="zh-CN" altLang="en-US" sz="3600" dirty="0"/>
              <a:t> </a:t>
            </a:r>
            <a:r>
              <a:rPr lang="en-US" altLang="zh-CN" sz="3600" dirty="0"/>
              <a:t>need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help</a:t>
            </a:r>
            <a:r>
              <a:rPr lang="zh-CN" altLang="en-US" sz="3600" dirty="0"/>
              <a:t> </a:t>
            </a:r>
            <a:r>
              <a:rPr lang="en-US" altLang="zh-CN" sz="3600" dirty="0"/>
              <a:t>of</a:t>
            </a:r>
            <a:r>
              <a:rPr lang="zh-CN" altLang="en-US" sz="3600" dirty="0"/>
              <a:t> </a:t>
            </a:r>
            <a:r>
              <a:rPr lang="en-US" altLang="zh-CN" sz="3600" dirty="0" err="1"/>
              <a:t>readelf</a:t>
            </a:r>
            <a:endParaRPr lang="en-US" altLang="zh-CN" sz="3600" dirty="0"/>
          </a:p>
          <a:p>
            <a:endParaRPr lang="en-US" sz="3600" dirty="0"/>
          </a:p>
          <a:p>
            <a:r>
              <a:rPr lang="en-US" altLang="zh-CN" sz="3600" dirty="0"/>
              <a:t>.exe/.o/.so</a:t>
            </a:r>
            <a:r>
              <a:rPr lang="zh-CN" altLang="en-US" sz="3600" dirty="0"/>
              <a:t> </a:t>
            </a:r>
            <a:r>
              <a:rPr lang="en-US" altLang="zh-CN" sz="3600" dirty="0"/>
              <a:t>and</a:t>
            </a:r>
            <a:r>
              <a:rPr lang="zh-CN" altLang="en-US" sz="3600" dirty="0"/>
              <a:t> </a:t>
            </a:r>
            <a:r>
              <a:rPr lang="en-US" altLang="zh-CN" sz="3600" dirty="0"/>
              <a:t>etc.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217909-C783-8BC0-07CD-A3A8C2E4A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28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BA9421-C9F5-E3E8-26AA-82D44205E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02" y="1651525"/>
            <a:ext cx="11093596" cy="1368941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727C7A41-5A51-EA56-2B72-09212E4DD6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5975" y="3800644"/>
            <a:ext cx="7742825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N" altLang="en-CN" sz="24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riscv64-unknown-elf-readelf -h main.riscv</a:t>
            </a:r>
            <a:endParaRPr kumimoji="0" lang="en-CN" altLang="en-CN" sz="3200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91AA90-38DB-47BF-B4D6-381AC9945EA3}"/>
              </a:ext>
            </a:extLst>
          </p:cNvPr>
          <p:cNvSpPr/>
          <p:nvPr/>
        </p:nvSpPr>
        <p:spPr>
          <a:xfrm>
            <a:off x="2626651" y="2056401"/>
            <a:ext cx="700564" cy="3791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0561C644-B733-F0BA-30A3-4F879C1B1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4604" y="1581033"/>
            <a:ext cx="922047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EXEC</a:t>
            </a:r>
            <a:endParaRPr kumimoji="0" lang="en-CN" altLang="en-CN" sz="2400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99293B-F1BF-E935-BC31-7B2DA56060E0}"/>
              </a:ext>
            </a:extLst>
          </p:cNvPr>
          <p:cNvSpPr/>
          <p:nvPr/>
        </p:nvSpPr>
        <p:spPr>
          <a:xfrm>
            <a:off x="3436670" y="2056401"/>
            <a:ext cx="700564" cy="3791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657319E2-B5D5-C242-6B62-9FF48B604B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6746" y="1534832"/>
            <a:ext cx="1106393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RISCV</a:t>
            </a:r>
            <a:endParaRPr kumimoji="0" lang="en-CN" altLang="en-CN" sz="2400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46683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54A6C-E548-FDC0-93C2-F39FA27D2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0FF2E-F4EC-844A-F725-0A4B9955E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7170"/>
            <a:ext cx="10515600" cy="1064070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Read</a:t>
            </a:r>
            <a:r>
              <a:rPr lang="zh-CN" altLang="en-US" sz="5400" dirty="0"/>
              <a:t> </a:t>
            </a:r>
            <a:r>
              <a:rPr lang="en-US" altLang="zh-CN" sz="5400" dirty="0"/>
              <a:t>the</a:t>
            </a:r>
            <a:r>
              <a:rPr lang="zh-CN" altLang="en-US" sz="5400" dirty="0"/>
              <a:t> </a:t>
            </a:r>
            <a:r>
              <a:rPr lang="en-US" altLang="zh-CN" sz="5400" dirty="0"/>
              <a:t>header</a:t>
            </a:r>
            <a:r>
              <a:rPr lang="zh-CN" altLang="en-US" sz="5400" dirty="0"/>
              <a:t> </a:t>
            </a:r>
            <a:r>
              <a:rPr lang="en-US" altLang="zh-CN" sz="5400" dirty="0"/>
              <a:t>(CONT’D)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E833A-9D27-A39F-0627-10DC0CDC4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78097"/>
            <a:ext cx="10804598" cy="3314778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You</a:t>
            </a:r>
            <a:r>
              <a:rPr lang="zh-CN" altLang="en-US" sz="3600" dirty="0"/>
              <a:t> </a:t>
            </a:r>
            <a:r>
              <a:rPr lang="en-US" altLang="zh-CN" sz="3600" dirty="0"/>
              <a:t>need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help</a:t>
            </a:r>
            <a:r>
              <a:rPr lang="zh-CN" altLang="en-US" sz="3600" dirty="0"/>
              <a:t> </a:t>
            </a:r>
            <a:r>
              <a:rPr lang="en-US" altLang="zh-CN" sz="3600" dirty="0"/>
              <a:t>of</a:t>
            </a:r>
            <a:r>
              <a:rPr lang="zh-CN" altLang="en-US" sz="3600" dirty="0"/>
              <a:t> </a:t>
            </a:r>
            <a:r>
              <a:rPr lang="en-US" altLang="zh-CN" sz="3600" dirty="0" err="1"/>
              <a:t>readelf</a:t>
            </a:r>
            <a:endParaRPr lang="en-US" altLang="zh-CN" sz="3600" dirty="0"/>
          </a:p>
          <a:p>
            <a:endParaRPr lang="en-US" sz="3600" dirty="0"/>
          </a:p>
          <a:p>
            <a:r>
              <a:rPr lang="en-US" altLang="zh-CN" sz="3600" dirty="0"/>
              <a:t>Did</a:t>
            </a:r>
            <a:r>
              <a:rPr lang="zh-CN" altLang="en-US" sz="3600" dirty="0"/>
              <a:t> </a:t>
            </a:r>
            <a:r>
              <a:rPr lang="en-US" altLang="zh-CN" sz="3600" dirty="0"/>
              <a:t>you</a:t>
            </a:r>
            <a:r>
              <a:rPr lang="zh-CN" altLang="en-US" sz="3600" dirty="0"/>
              <a:t> </a:t>
            </a:r>
            <a:r>
              <a:rPr lang="en-US" altLang="zh-CN" sz="3600" dirty="0"/>
              <a:t>still</a:t>
            </a:r>
            <a:r>
              <a:rPr lang="zh-CN" altLang="en-US" sz="3600" dirty="0"/>
              <a:t> </a:t>
            </a:r>
            <a:r>
              <a:rPr lang="en-US" altLang="zh-CN" sz="3600" dirty="0"/>
              <a:t>member</a:t>
            </a:r>
            <a:r>
              <a:rPr lang="zh-CN" altLang="en-US" sz="3600" dirty="0"/>
              <a:t> </a:t>
            </a:r>
            <a:r>
              <a:rPr lang="en-US" altLang="zh-CN" sz="3600" dirty="0"/>
              <a:t>big/little</a:t>
            </a:r>
            <a:r>
              <a:rPr lang="zh-CN" altLang="en-US" sz="3600" dirty="0"/>
              <a:t> </a:t>
            </a:r>
            <a:r>
              <a:rPr lang="en-US" altLang="zh-CN" sz="3600" dirty="0"/>
              <a:t>endian?</a:t>
            </a:r>
            <a:endParaRPr lang="en-US" altLang="zh-CN" sz="3200" dirty="0"/>
          </a:p>
          <a:p>
            <a:r>
              <a:rPr lang="en-US" altLang="zh-CN" sz="3600" dirty="0"/>
              <a:t>If</a:t>
            </a:r>
            <a:r>
              <a:rPr lang="zh-CN" altLang="en-US" sz="3600" dirty="0"/>
              <a:t> </a:t>
            </a:r>
            <a:r>
              <a:rPr lang="en-US" altLang="zh-CN" sz="3600" dirty="0"/>
              <a:t>so,</a:t>
            </a:r>
            <a:r>
              <a:rPr lang="zh-CN" altLang="en-US" sz="3600" dirty="0"/>
              <a:t> </a:t>
            </a:r>
            <a:r>
              <a:rPr lang="en-US" altLang="zh-CN" sz="3600" dirty="0"/>
              <a:t>what</a:t>
            </a:r>
            <a:r>
              <a:rPr lang="zh-CN" altLang="en-US" sz="3600" dirty="0"/>
              <a:t> </a:t>
            </a:r>
            <a:r>
              <a:rPr lang="en-US" altLang="zh-CN" sz="3600" dirty="0"/>
              <a:t>is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entry</a:t>
            </a:r>
            <a:r>
              <a:rPr lang="zh-CN" altLang="en-US" sz="3600" dirty="0"/>
              <a:t> </a:t>
            </a:r>
            <a:r>
              <a:rPr lang="en-US" altLang="zh-CN" sz="3600" dirty="0"/>
              <a:t>point?</a:t>
            </a:r>
            <a:endParaRPr lang="en-US" altLang="zh-CN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5B1599-0D69-A734-254D-1C5DB09E3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29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1BA1CC-FF98-734A-2693-761765013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02" y="1651525"/>
            <a:ext cx="11093596" cy="1368941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31B4CB9B-828F-9937-67B7-54AC4659A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5975" y="3800644"/>
            <a:ext cx="7742825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N" altLang="en-CN" sz="24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riscv64-unknown-elf-readelf -h main.riscv</a:t>
            </a:r>
            <a:endParaRPr kumimoji="0" lang="en-CN" altLang="en-CN" sz="3200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B01FC2E-3FDE-8D87-28FC-414331506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5693" y="1432122"/>
            <a:ext cx="2212465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Entry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Point</a:t>
            </a:r>
            <a:endParaRPr kumimoji="0" lang="en-CN" altLang="en-CN" sz="2400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7A11D765-D040-A24A-6CBB-0C66F2475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1177" y="2007401"/>
            <a:ext cx="1439851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CN" altLang="en-CN" sz="2400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6181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5B878-E681-E6E3-0288-D14650050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56B33-1D6A-3D5D-7062-0E3C5CA20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7170"/>
            <a:ext cx="10515600" cy="1064070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Read</a:t>
            </a:r>
            <a:r>
              <a:rPr lang="zh-CN" altLang="en-US" sz="5400" dirty="0"/>
              <a:t> </a:t>
            </a:r>
            <a:r>
              <a:rPr lang="en-US" altLang="zh-CN" sz="5400" dirty="0"/>
              <a:t>the</a:t>
            </a:r>
            <a:r>
              <a:rPr lang="zh-CN" altLang="en-US" sz="5400" dirty="0"/>
              <a:t> </a:t>
            </a:r>
            <a:r>
              <a:rPr lang="en-US" altLang="zh-CN" sz="5400" dirty="0"/>
              <a:t>header</a:t>
            </a:r>
            <a:r>
              <a:rPr lang="zh-CN" altLang="en-US" sz="5400" dirty="0"/>
              <a:t> </a:t>
            </a:r>
            <a:r>
              <a:rPr lang="en-US" altLang="zh-CN" sz="5400" dirty="0"/>
              <a:t>(CONT’D)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3E758-00CC-C6BA-16D1-6B65B0BCB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78097"/>
            <a:ext cx="10804598" cy="3314778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You</a:t>
            </a:r>
            <a:r>
              <a:rPr lang="zh-CN" altLang="en-US" sz="3600" dirty="0"/>
              <a:t> </a:t>
            </a:r>
            <a:r>
              <a:rPr lang="en-US" altLang="zh-CN" sz="3600" dirty="0"/>
              <a:t>need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help</a:t>
            </a:r>
            <a:r>
              <a:rPr lang="zh-CN" altLang="en-US" sz="3600" dirty="0"/>
              <a:t> </a:t>
            </a:r>
            <a:r>
              <a:rPr lang="en-US" altLang="zh-CN" sz="3600" dirty="0"/>
              <a:t>of</a:t>
            </a:r>
            <a:r>
              <a:rPr lang="zh-CN" altLang="en-US" sz="3600" dirty="0"/>
              <a:t> </a:t>
            </a:r>
            <a:r>
              <a:rPr lang="en-US" altLang="zh-CN" sz="3600" dirty="0" err="1"/>
              <a:t>readelf</a:t>
            </a:r>
            <a:endParaRPr lang="en-US" altLang="zh-CN" sz="3600" dirty="0"/>
          </a:p>
          <a:p>
            <a:endParaRPr lang="en-US" sz="3600" dirty="0"/>
          </a:p>
          <a:p>
            <a:r>
              <a:rPr lang="en-US" altLang="zh-CN" sz="3600" dirty="0"/>
              <a:t>Did</a:t>
            </a:r>
            <a:r>
              <a:rPr lang="zh-CN" altLang="en-US" sz="3600" dirty="0"/>
              <a:t> </a:t>
            </a:r>
            <a:r>
              <a:rPr lang="en-US" altLang="zh-CN" sz="3600" dirty="0"/>
              <a:t>you</a:t>
            </a:r>
            <a:r>
              <a:rPr lang="zh-CN" altLang="en-US" sz="3600" dirty="0"/>
              <a:t> </a:t>
            </a:r>
            <a:r>
              <a:rPr lang="en-US" altLang="zh-CN" sz="3600" dirty="0"/>
              <a:t>still</a:t>
            </a:r>
            <a:r>
              <a:rPr lang="zh-CN" altLang="en-US" sz="3600" dirty="0"/>
              <a:t> </a:t>
            </a:r>
            <a:r>
              <a:rPr lang="en-US" altLang="zh-CN" sz="3600" dirty="0"/>
              <a:t>member</a:t>
            </a:r>
            <a:r>
              <a:rPr lang="zh-CN" altLang="en-US" sz="3600" dirty="0"/>
              <a:t> </a:t>
            </a:r>
            <a:r>
              <a:rPr lang="en-US" altLang="zh-CN" sz="3600" dirty="0"/>
              <a:t>big/little</a:t>
            </a:r>
            <a:r>
              <a:rPr lang="zh-CN" altLang="en-US" sz="3600" dirty="0"/>
              <a:t> </a:t>
            </a:r>
            <a:r>
              <a:rPr lang="en-US" altLang="zh-CN" sz="3600" dirty="0"/>
              <a:t>endian?</a:t>
            </a:r>
            <a:endParaRPr lang="en-US" altLang="zh-CN" sz="3200" dirty="0"/>
          </a:p>
          <a:p>
            <a:r>
              <a:rPr lang="en-US" altLang="zh-CN" sz="3600" dirty="0"/>
              <a:t>If</a:t>
            </a:r>
            <a:r>
              <a:rPr lang="zh-CN" altLang="en-US" sz="3600" dirty="0"/>
              <a:t> </a:t>
            </a:r>
            <a:r>
              <a:rPr lang="en-US" altLang="zh-CN" sz="3600" dirty="0"/>
              <a:t>so,</a:t>
            </a:r>
            <a:r>
              <a:rPr lang="zh-CN" altLang="en-US" sz="3600" dirty="0"/>
              <a:t> </a:t>
            </a:r>
            <a:r>
              <a:rPr lang="en-US" altLang="zh-CN" sz="3600" dirty="0"/>
              <a:t>what</a:t>
            </a:r>
            <a:r>
              <a:rPr lang="zh-CN" altLang="en-US" sz="3600" dirty="0"/>
              <a:t> </a:t>
            </a:r>
            <a:r>
              <a:rPr lang="en-US" altLang="zh-CN" sz="3600" dirty="0"/>
              <a:t>is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entry</a:t>
            </a:r>
            <a:r>
              <a:rPr lang="zh-CN" altLang="en-US" sz="3600" dirty="0"/>
              <a:t> </a:t>
            </a:r>
            <a:r>
              <a:rPr lang="en-US" altLang="zh-CN" sz="3600" dirty="0"/>
              <a:t>point?</a:t>
            </a:r>
            <a:endParaRPr lang="en-US" altLang="zh-CN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BEE90E-C827-60C1-B506-68052DC72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30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67EB7-6A57-F76F-43B8-B83B40FE88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02" y="1651525"/>
            <a:ext cx="11093596" cy="1368941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8A479FDD-E5C9-B05B-9859-813304966E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5975" y="3800644"/>
            <a:ext cx="7742825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N" altLang="en-CN" sz="24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riscv64-unknown-elf-readelf -h main.riscv</a:t>
            </a:r>
            <a:endParaRPr kumimoji="0" lang="en-CN" altLang="en-CN" sz="3200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752C5596-FDF6-5915-1EE3-B24EBDB1E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357" y="1694025"/>
            <a:ext cx="2765501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Section</a:t>
            </a:r>
            <a:r>
              <a:rPr lang="zh-CN" altLang="en-US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Offset</a:t>
            </a:r>
            <a:endParaRPr kumimoji="0" lang="en-CN" altLang="en-CN" sz="2400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88979F9-3980-DED7-8F61-3E6CA3C744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0615" y="2331668"/>
            <a:ext cx="1439851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CN" altLang="en-CN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2683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F3101-D88D-4EB8-FC0F-95CA0DB67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068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Why?</a:t>
            </a:r>
            <a:r>
              <a:rPr lang="zh-CN" altLang="en-US" sz="5400" dirty="0"/>
              <a:t> </a:t>
            </a:r>
            <a:r>
              <a:rPr lang="en-US" altLang="zh-CN" sz="5400" dirty="0"/>
              <a:t>I</a:t>
            </a:r>
            <a:r>
              <a:rPr lang="zh-CN" altLang="en-US" sz="5400" dirty="0"/>
              <a:t> </a:t>
            </a:r>
            <a:r>
              <a:rPr lang="en-US" altLang="zh-CN" sz="5400" dirty="0"/>
              <a:t>do</a:t>
            </a:r>
            <a:r>
              <a:rPr lang="zh-CN" altLang="en-US" sz="5400" dirty="0"/>
              <a:t> </a:t>
            </a:r>
            <a:r>
              <a:rPr lang="en-US" altLang="zh-CN" sz="5400" dirty="0"/>
              <a:t>not</a:t>
            </a:r>
            <a:r>
              <a:rPr lang="zh-CN" altLang="en-US" sz="5400" dirty="0"/>
              <a:t> </a:t>
            </a:r>
            <a:r>
              <a:rPr lang="en-US" altLang="zh-CN" sz="5400" dirty="0"/>
              <a:t>know</a:t>
            </a:r>
            <a:r>
              <a:rPr lang="zh-CN" altLang="en-US" sz="5400" dirty="0"/>
              <a:t> </a:t>
            </a:r>
            <a:r>
              <a:rPr lang="en-US" altLang="zh-CN" sz="5400" dirty="0"/>
              <a:t>either.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FA3D8-1F1C-0E70-1038-EA2651442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585"/>
            <a:ext cx="10968318" cy="795721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My</a:t>
            </a:r>
            <a:r>
              <a:rPr lang="zh-CN" altLang="en-US" sz="3600" dirty="0"/>
              <a:t> </a:t>
            </a:r>
            <a:r>
              <a:rPr lang="en-US" altLang="zh-CN" sz="3600" dirty="0"/>
              <a:t>understanding</a:t>
            </a:r>
            <a:r>
              <a:rPr lang="zh-CN" altLang="en-US" sz="3600" dirty="0"/>
              <a:t> </a:t>
            </a:r>
            <a:r>
              <a:rPr lang="en-US" altLang="zh-CN" sz="3600" dirty="0"/>
              <a:t>is</a:t>
            </a:r>
            <a:r>
              <a:rPr lang="zh-CN" altLang="en-US" sz="3600" dirty="0"/>
              <a:t> </a:t>
            </a:r>
            <a:r>
              <a:rPr lang="en-US" altLang="zh-CN" sz="3600" dirty="0"/>
              <a:t>that</a:t>
            </a:r>
            <a:r>
              <a:rPr lang="zh-CN" altLang="en-US" sz="3600" dirty="0"/>
              <a:t> </a:t>
            </a:r>
            <a:r>
              <a:rPr lang="en-US" altLang="zh-CN" sz="3600" dirty="0"/>
              <a:t>16968</a:t>
            </a:r>
            <a:r>
              <a:rPr lang="zh-CN" altLang="en-US" sz="3600" dirty="0"/>
              <a:t> </a:t>
            </a:r>
            <a:r>
              <a:rPr lang="en-US" altLang="zh-CN" sz="3600" dirty="0"/>
              <a:t>is</a:t>
            </a:r>
            <a:r>
              <a:rPr lang="zh-CN" altLang="en-US" sz="3600" dirty="0"/>
              <a:t> </a:t>
            </a:r>
            <a:r>
              <a:rPr lang="en-US" altLang="zh-CN" sz="3600" dirty="0"/>
              <a:t>a</a:t>
            </a:r>
            <a:r>
              <a:rPr lang="zh-CN" altLang="en-US" sz="3600" dirty="0"/>
              <a:t> </a:t>
            </a:r>
            <a:r>
              <a:rPr lang="en-US" altLang="zh-CN" sz="3600" dirty="0"/>
              <a:t>physical</a:t>
            </a:r>
            <a:r>
              <a:rPr lang="zh-CN" altLang="en-US" sz="3600" dirty="0"/>
              <a:t> </a:t>
            </a:r>
            <a:r>
              <a:rPr lang="en-US" altLang="zh-CN" sz="3600" dirty="0"/>
              <a:t>address</a:t>
            </a:r>
            <a:endParaRPr lang="en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23147-1C71-ADB3-DD84-2D987C1CE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31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671542-C239-598A-9D0A-2DCE72BD0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327200"/>
            <a:ext cx="7772400" cy="450390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8F3A4B6-5E93-F0D9-1138-95167676C45C}"/>
              </a:ext>
            </a:extLst>
          </p:cNvPr>
          <p:cNvSpPr/>
          <p:nvPr/>
        </p:nvSpPr>
        <p:spPr>
          <a:xfrm>
            <a:off x="5907024" y="4576962"/>
            <a:ext cx="1024128" cy="2513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BDD00F-8000-0AA3-F786-C3B982EA209E}"/>
              </a:ext>
            </a:extLst>
          </p:cNvPr>
          <p:cNvSpPr/>
          <p:nvPr/>
        </p:nvSpPr>
        <p:spPr>
          <a:xfrm>
            <a:off x="5907024" y="5043897"/>
            <a:ext cx="2831674" cy="2513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73053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D5109-EB22-55B9-4D65-D165E3452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/>
              <a:t>Recap:</a:t>
            </a:r>
            <a:r>
              <a:rPr lang="zh-CN" altLang="en-US" sz="5400" dirty="0"/>
              <a:t> </a:t>
            </a:r>
            <a:r>
              <a:rPr lang="en-US" altLang="zh-CN" sz="5400" dirty="0"/>
              <a:t>OK.</a:t>
            </a:r>
            <a:r>
              <a:rPr lang="zh-CN" altLang="en-US" sz="5400" dirty="0"/>
              <a:t> </a:t>
            </a:r>
            <a:r>
              <a:rPr lang="en-US" altLang="zh-CN" sz="5400" dirty="0"/>
              <a:t>A</a:t>
            </a:r>
            <a:r>
              <a:rPr lang="zh-CN" altLang="en-US" sz="5400" dirty="0"/>
              <a:t> </a:t>
            </a:r>
            <a:r>
              <a:rPr lang="en-US" altLang="zh-CN" sz="5400" dirty="0"/>
              <a:t>non-sense</a:t>
            </a:r>
            <a:r>
              <a:rPr lang="zh-CN" altLang="en-US" sz="5400" dirty="0"/>
              <a:t> </a:t>
            </a:r>
            <a:r>
              <a:rPr lang="en-US" altLang="zh-CN" sz="5400" dirty="0"/>
              <a:t>question.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2E76D-F565-31A9-EFF7-04F797D67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What</a:t>
            </a:r>
            <a:r>
              <a:rPr lang="zh-CN" altLang="en-US" sz="3600" dirty="0"/>
              <a:t> </a:t>
            </a:r>
            <a:r>
              <a:rPr lang="en-US" altLang="zh-CN" sz="3600" dirty="0"/>
              <a:t>is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“entrance</a:t>
            </a:r>
            <a:r>
              <a:rPr lang="zh-CN" altLang="en-US" sz="3600" dirty="0"/>
              <a:t> </a:t>
            </a:r>
            <a:r>
              <a:rPr lang="en-US" altLang="zh-CN" sz="3600" dirty="0"/>
              <a:t>of</a:t>
            </a:r>
            <a:r>
              <a:rPr lang="zh-CN" altLang="en-US" sz="3600" dirty="0"/>
              <a:t> </a:t>
            </a:r>
            <a:r>
              <a:rPr lang="en-US" altLang="zh-CN" sz="3600" dirty="0"/>
              <a:t>a</a:t>
            </a:r>
            <a:r>
              <a:rPr lang="zh-CN" altLang="en-US" sz="3600" dirty="0"/>
              <a:t> </a:t>
            </a:r>
            <a:r>
              <a:rPr lang="en-US" altLang="zh-CN" sz="3600" dirty="0"/>
              <a:t>program”?</a:t>
            </a:r>
          </a:p>
          <a:p>
            <a:pPr lvl="1"/>
            <a:r>
              <a:rPr lang="en-US" altLang="zh-CN" sz="3200" strike="sngStrike" dirty="0"/>
              <a:t>main</a:t>
            </a:r>
            <a:r>
              <a:rPr lang="zh-CN" altLang="en-US" sz="3200" dirty="0"/>
              <a:t> </a:t>
            </a:r>
            <a:r>
              <a:rPr lang="en-US" altLang="zh-CN" sz="3200" dirty="0"/>
              <a:t>function</a:t>
            </a:r>
            <a:r>
              <a:rPr lang="zh-CN" altLang="en-US" sz="3200" dirty="0"/>
              <a:t> </a:t>
            </a:r>
            <a:r>
              <a:rPr lang="en-US" altLang="zh-CN" sz="3200" dirty="0"/>
              <a:t>is</a:t>
            </a:r>
            <a:r>
              <a:rPr lang="zh-CN" altLang="en-US" sz="3200" dirty="0"/>
              <a:t> </a:t>
            </a:r>
            <a:r>
              <a:rPr lang="en-US" altLang="zh-CN" sz="3200" dirty="0"/>
              <a:t>NOT</a:t>
            </a:r>
            <a:r>
              <a:rPr lang="zh-CN" altLang="en-US" sz="3200" dirty="0"/>
              <a:t> </a:t>
            </a:r>
            <a:r>
              <a:rPr lang="en-US" altLang="zh-CN" sz="3200" dirty="0"/>
              <a:t>the</a:t>
            </a:r>
            <a:r>
              <a:rPr lang="zh-CN" altLang="en-US" sz="3200" dirty="0"/>
              <a:t> </a:t>
            </a:r>
            <a:r>
              <a:rPr lang="en-US" altLang="zh-CN" sz="3200" dirty="0"/>
              <a:t>correct</a:t>
            </a:r>
            <a:r>
              <a:rPr lang="zh-CN" altLang="en-US" sz="3200" dirty="0"/>
              <a:t> </a:t>
            </a:r>
            <a:r>
              <a:rPr lang="en-US" altLang="zh-CN" sz="3200" dirty="0"/>
              <a:t>answer</a:t>
            </a:r>
            <a:endParaRPr lang="en-C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783E9-C172-A95F-23AE-6AC73D8E1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32</a:t>
            </a:fld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150688-7EA4-4111-868E-A72C9B9B19EE}"/>
              </a:ext>
            </a:extLst>
          </p:cNvPr>
          <p:cNvSpPr txBox="1"/>
          <p:nvPr/>
        </p:nvSpPr>
        <p:spPr>
          <a:xfrm>
            <a:off x="1116496" y="3136612"/>
            <a:ext cx="46281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objdump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–d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a.out</a:t>
            </a:r>
            <a:endParaRPr lang="en-CN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03628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B9F56D-CB9E-5A41-CCEA-1F67BF876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366" y="2405263"/>
            <a:ext cx="10138686" cy="44527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8D5458-166C-A8E0-9E08-546212527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/>
              <a:t>Fine,</a:t>
            </a:r>
            <a:r>
              <a:rPr lang="zh-CN" altLang="en-US" sz="5400" dirty="0"/>
              <a:t> </a:t>
            </a:r>
            <a:r>
              <a:rPr lang="en-US" altLang="zh-CN" sz="5400" dirty="0"/>
              <a:t>let</a:t>
            </a:r>
            <a:r>
              <a:rPr lang="zh-CN" altLang="en-US" sz="5400" dirty="0"/>
              <a:t> </a:t>
            </a:r>
            <a:r>
              <a:rPr lang="en-US" altLang="zh-CN" sz="5400" dirty="0"/>
              <a:t>me</a:t>
            </a:r>
            <a:r>
              <a:rPr lang="zh-CN" altLang="en-US" sz="5400" dirty="0"/>
              <a:t> </a:t>
            </a:r>
            <a:r>
              <a:rPr lang="en-US" altLang="zh-CN" sz="5400" dirty="0"/>
              <a:t>have</a:t>
            </a:r>
            <a:r>
              <a:rPr lang="zh-CN" altLang="en-US" sz="5400" dirty="0"/>
              <a:t> </a:t>
            </a:r>
            <a:r>
              <a:rPr lang="en-US" altLang="zh-CN" sz="5400" dirty="0"/>
              <a:t>this</a:t>
            </a:r>
            <a:r>
              <a:rPr lang="zh-CN" altLang="en-US" sz="5400" dirty="0"/>
              <a:t> </a:t>
            </a:r>
            <a:r>
              <a:rPr lang="en-US" altLang="zh-CN" sz="5400" dirty="0"/>
              <a:t>fixed…</a:t>
            </a:r>
            <a:endParaRPr lang="en-CN" sz="5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C2318-7D5F-0E7F-8CA9-FE70C8096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33</a:t>
            </a:fld>
            <a:endParaRPr lang="en-C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268694-CFD4-401D-47B4-610337276422}"/>
              </a:ext>
            </a:extLst>
          </p:cNvPr>
          <p:cNvSpPr txBox="1"/>
          <p:nvPr/>
        </p:nvSpPr>
        <p:spPr>
          <a:xfrm>
            <a:off x="1022366" y="1690688"/>
            <a:ext cx="103060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riscv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-unknown-elf-</a:t>
            </a:r>
            <a:r>
              <a:rPr lang="en-US" altLang="zh-CN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objdump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–d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main.riscv</a:t>
            </a:r>
            <a:endParaRPr lang="en-CN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FDB41A-0BEA-D8E3-AFB5-F3292FF41721}"/>
              </a:ext>
            </a:extLst>
          </p:cNvPr>
          <p:cNvSpPr/>
          <p:nvPr/>
        </p:nvSpPr>
        <p:spPr>
          <a:xfrm>
            <a:off x="1022366" y="2405263"/>
            <a:ext cx="3119976" cy="2938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161497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554A2-BF1C-E498-DCEB-0B6040977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32" y="342106"/>
            <a:ext cx="12373779" cy="1325563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Question:</a:t>
            </a:r>
            <a:r>
              <a:rPr lang="zh-CN" altLang="en-US" sz="5400" dirty="0"/>
              <a:t> </a:t>
            </a:r>
            <a:r>
              <a:rPr lang="en-US" altLang="zh-CN" sz="5400" dirty="0"/>
              <a:t>How</a:t>
            </a:r>
            <a:r>
              <a:rPr lang="zh-CN" altLang="en-US" sz="5400" dirty="0"/>
              <a:t> </a:t>
            </a:r>
            <a:r>
              <a:rPr lang="en-US" altLang="zh-CN" sz="5400" dirty="0"/>
              <a:t>to</a:t>
            </a:r>
            <a:r>
              <a:rPr lang="zh-CN" altLang="en-US" sz="5400" dirty="0"/>
              <a:t> </a:t>
            </a:r>
            <a:r>
              <a:rPr lang="en-US" altLang="zh-CN" sz="5400" dirty="0"/>
              <a:t>find</a:t>
            </a:r>
            <a:r>
              <a:rPr lang="zh-CN" altLang="en-US" sz="5400" dirty="0"/>
              <a:t> </a:t>
            </a:r>
            <a:r>
              <a:rPr lang="en-US" altLang="zh-CN" sz="5400" dirty="0"/>
              <a:t>the</a:t>
            </a:r>
            <a:r>
              <a:rPr lang="zh-CN" altLang="en-US" sz="5400" dirty="0"/>
              <a:t> </a:t>
            </a:r>
            <a:r>
              <a:rPr lang="en-US" altLang="zh-CN" sz="5400" dirty="0"/>
              <a:t>correspondence?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8117B-7753-91CE-EE64-C1FD879D1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It</a:t>
            </a:r>
            <a:r>
              <a:rPr lang="zh-CN" altLang="en-US" sz="3600" dirty="0"/>
              <a:t> </a:t>
            </a:r>
            <a:r>
              <a:rPr lang="en-US" altLang="zh-CN" sz="3600" dirty="0"/>
              <a:t>is</a:t>
            </a:r>
            <a:r>
              <a:rPr lang="zh-CN" altLang="en-US" sz="3600" dirty="0"/>
              <a:t> </a:t>
            </a:r>
            <a:r>
              <a:rPr lang="en-US" altLang="zh-CN" sz="3600" dirty="0"/>
              <a:t>logically</a:t>
            </a:r>
            <a:r>
              <a:rPr lang="zh-CN" altLang="en-US" sz="3600" dirty="0"/>
              <a:t> </a:t>
            </a:r>
            <a:r>
              <a:rPr lang="en-US" altLang="zh-CN" sz="3600" dirty="0"/>
              <a:t>at</a:t>
            </a:r>
            <a:r>
              <a:rPr lang="zh-CN" altLang="en-US" sz="3600" dirty="0"/>
              <a:t> </a:t>
            </a:r>
            <a:r>
              <a:rPr lang="en-US" altLang="zh-CN" sz="3600" dirty="0"/>
              <a:t>0x1017e,</a:t>
            </a:r>
            <a:r>
              <a:rPr lang="zh-CN" altLang="en-US" sz="3600" dirty="0"/>
              <a:t> </a:t>
            </a:r>
            <a:r>
              <a:rPr lang="en-US" altLang="zh-CN" sz="3600" dirty="0"/>
              <a:t>but</a:t>
            </a:r>
            <a:r>
              <a:rPr lang="zh-CN" altLang="en-US" sz="3600" dirty="0"/>
              <a:t> </a:t>
            </a:r>
            <a:r>
              <a:rPr lang="en-US" altLang="zh-CN" sz="3600" dirty="0"/>
              <a:t>where</a:t>
            </a:r>
            <a:r>
              <a:rPr lang="zh-CN" altLang="en-US" sz="3600" dirty="0"/>
              <a:t> </a:t>
            </a:r>
            <a:r>
              <a:rPr lang="en-US" altLang="zh-CN" sz="3600" dirty="0"/>
              <a:t>is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physical</a:t>
            </a:r>
            <a:r>
              <a:rPr lang="zh-CN" altLang="en-US" sz="3600" dirty="0"/>
              <a:t> </a:t>
            </a:r>
            <a:r>
              <a:rPr lang="en-US" altLang="zh-CN" sz="3600" dirty="0"/>
              <a:t>location?</a:t>
            </a:r>
          </a:p>
          <a:p>
            <a:r>
              <a:rPr lang="en-US" altLang="zh-CN" sz="3600" dirty="0"/>
              <a:t>OK.</a:t>
            </a:r>
            <a:r>
              <a:rPr lang="zh-CN" altLang="en-US" sz="3600" dirty="0"/>
              <a:t> </a:t>
            </a:r>
            <a:r>
              <a:rPr lang="en-US" altLang="zh-CN" sz="3600" dirty="0"/>
              <a:t>It</a:t>
            </a:r>
            <a:r>
              <a:rPr lang="zh-CN" altLang="en-US" sz="3600" dirty="0"/>
              <a:t> </a:t>
            </a:r>
            <a:r>
              <a:rPr lang="en-US" altLang="zh-CN" sz="3600" dirty="0"/>
              <a:t>seems</a:t>
            </a:r>
            <a:r>
              <a:rPr lang="zh-CN" altLang="en-US" sz="3600" dirty="0"/>
              <a:t> </a:t>
            </a:r>
            <a:r>
              <a:rPr lang="en-US" altLang="zh-CN" sz="3600" dirty="0"/>
              <a:t>it</a:t>
            </a:r>
            <a:r>
              <a:rPr lang="zh-CN" altLang="en-US" sz="3600" dirty="0"/>
              <a:t> </a:t>
            </a:r>
            <a:r>
              <a:rPr lang="en-US" altLang="zh-CN" sz="3600" dirty="0"/>
              <a:t>is</a:t>
            </a:r>
            <a:r>
              <a:rPr lang="zh-CN" altLang="en-US" sz="3600" dirty="0"/>
              <a:t> </a:t>
            </a:r>
            <a:r>
              <a:rPr lang="en-US" altLang="zh-CN" sz="3600" dirty="0"/>
              <a:t>at</a:t>
            </a:r>
            <a:r>
              <a:rPr lang="zh-CN" altLang="en-US" sz="3600" dirty="0"/>
              <a:t> </a:t>
            </a:r>
            <a:r>
              <a:rPr lang="en-US" altLang="zh-CN" sz="3600" dirty="0"/>
              <a:t>17e,</a:t>
            </a:r>
            <a:r>
              <a:rPr lang="zh-CN" altLang="en-US" sz="3600" dirty="0"/>
              <a:t> </a:t>
            </a:r>
            <a:r>
              <a:rPr lang="en-US" altLang="zh-CN" sz="3600" dirty="0"/>
              <a:t>but</a:t>
            </a:r>
            <a:r>
              <a:rPr lang="zh-CN" altLang="en-US" sz="3600" dirty="0"/>
              <a:t> </a:t>
            </a:r>
            <a:r>
              <a:rPr lang="en-US" altLang="zh-CN" sz="3600" dirty="0"/>
              <a:t>why?</a:t>
            </a:r>
            <a:endParaRPr lang="en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F25D2-C58E-68C3-605C-F1566748E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34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094178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B3BC5-1E88-39C6-901F-0D858841F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C197D-5621-21BB-B5D1-BCEF28A1D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7170"/>
            <a:ext cx="10515600" cy="1064070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Read</a:t>
            </a:r>
            <a:r>
              <a:rPr lang="zh-CN" altLang="en-US" sz="5400" dirty="0"/>
              <a:t> </a:t>
            </a:r>
            <a:r>
              <a:rPr lang="en-US" altLang="zh-CN" sz="5400" dirty="0"/>
              <a:t>the</a:t>
            </a:r>
            <a:r>
              <a:rPr lang="zh-CN" altLang="en-US" sz="5400" dirty="0"/>
              <a:t> </a:t>
            </a:r>
            <a:r>
              <a:rPr lang="en-US" altLang="zh-CN" sz="5400" dirty="0"/>
              <a:t>header</a:t>
            </a:r>
            <a:r>
              <a:rPr lang="zh-CN" altLang="en-US" sz="5400" dirty="0"/>
              <a:t> </a:t>
            </a:r>
            <a:r>
              <a:rPr lang="en-US" altLang="zh-CN" sz="5400" dirty="0"/>
              <a:t>(CONT’D)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F0C99-4DA7-00C8-3275-66466CDBA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78097"/>
            <a:ext cx="10804598" cy="3314778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You</a:t>
            </a:r>
            <a:r>
              <a:rPr lang="zh-CN" altLang="en-US" sz="3600" dirty="0"/>
              <a:t> </a:t>
            </a:r>
            <a:r>
              <a:rPr lang="en-US" altLang="zh-CN" sz="3600" dirty="0"/>
              <a:t>need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help</a:t>
            </a:r>
            <a:r>
              <a:rPr lang="zh-CN" altLang="en-US" sz="3600" dirty="0"/>
              <a:t> </a:t>
            </a:r>
            <a:r>
              <a:rPr lang="en-US" altLang="zh-CN" sz="3600" dirty="0"/>
              <a:t>of</a:t>
            </a:r>
            <a:r>
              <a:rPr lang="zh-CN" altLang="en-US" sz="3600" dirty="0"/>
              <a:t> </a:t>
            </a:r>
            <a:r>
              <a:rPr lang="en-US" altLang="zh-CN" sz="3600" dirty="0" err="1"/>
              <a:t>readelf</a:t>
            </a:r>
            <a:endParaRPr lang="en-US" altLang="zh-CN" sz="3600" dirty="0"/>
          </a:p>
          <a:p>
            <a:endParaRPr lang="en-US" sz="3600" dirty="0"/>
          </a:p>
          <a:p>
            <a:r>
              <a:rPr lang="en-US" altLang="zh-CN" sz="3600" dirty="0"/>
              <a:t>We</a:t>
            </a:r>
            <a:r>
              <a:rPr lang="zh-CN" altLang="en-US" sz="3600" dirty="0"/>
              <a:t> </a:t>
            </a:r>
            <a:r>
              <a:rPr lang="en-US" altLang="zh-CN" sz="3600" dirty="0"/>
              <a:t>are</a:t>
            </a:r>
            <a:r>
              <a:rPr lang="zh-CN" altLang="en-US" sz="3600" dirty="0"/>
              <a:t> </a:t>
            </a:r>
            <a:r>
              <a:rPr lang="en-US" altLang="zh-CN" sz="3600" dirty="0"/>
              <a:t>(nearly)</a:t>
            </a:r>
            <a:r>
              <a:rPr lang="zh-CN" altLang="en-US" sz="3600" dirty="0"/>
              <a:t> </a:t>
            </a:r>
            <a:r>
              <a:rPr lang="en-US" altLang="zh-CN" sz="3600" dirty="0"/>
              <a:t>done</a:t>
            </a:r>
            <a:r>
              <a:rPr lang="zh-CN" altLang="en-US" sz="3600" dirty="0"/>
              <a:t> </a:t>
            </a:r>
            <a:r>
              <a:rPr lang="en-US" altLang="zh-CN" sz="3600" dirty="0"/>
              <a:t>with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ELF</a:t>
            </a:r>
            <a:r>
              <a:rPr lang="zh-CN" altLang="en-US" sz="3600" dirty="0"/>
              <a:t> </a:t>
            </a:r>
            <a:r>
              <a:rPr lang="en-US" altLang="zh-CN" sz="3600" dirty="0"/>
              <a:t>header</a:t>
            </a:r>
            <a:r>
              <a:rPr lang="zh-CN" altLang="en-US" sz="3600" dirty="0"/>
              <a:t> </a:t>
            </a:r>
            <a:r>
              <a:rPr lang="en-US" altLang="zh-CN" sz="3600" dirty="0"/>
              <a:t>part</a:t>
            </a:r>
            <a:endParaRPr lang="en-US" altLang="zh-C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190F6-83FB-ED83-8405-B03460DAF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35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293185-9C06-7352-2C32-4AA1D2B64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02" y="1651525"/>
            <a:ext cx="11093596" cy="1368941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E9286C78-5872-3E92-B64D-170B835BE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5975" y="3800644"/>
            <a:ext cx="7742825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N" altLang="en-CN" sz="24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riscv64-unknown-elf-readelf -h main.riscv</a:t>
            </a:r>
            <a:endParaRPr kumimoji="0" lang="en-CN" altLang="en-CN" sz="3200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038E3AC7-6193-F004-9700-DA5DC4FB2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439" y="1740037"/>
            <a:ext cx="4240263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CN" altLang="zh-CN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This</a:t>
            </a:r>
            <a:r>
              <a:rPr lang="zh-CN" altLang="en-US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header</a:t>
            </a:r>
            <a:r>
              <a:rPr lang="zh-CN" altLang="en-US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is</a:t>
            </a:r>
            <a:r>
              <a:rPr lang="zh-CN" altLang="en-US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64-byte</a:t>
            </a:r>
            <a:endParaRPr kumimoji="0" lang="en-CN" altLang="en-CN" sz="2400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5763A3F-EB89-7B23-3579-592C53065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7758" y="2335995"/>
            <a:ext cx="805438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CN" altLang="en-CN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C45817CD-F56C-D705-4D4F-B6C7B2E2D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9215" y="1741497"/>
            <a:ext cx="3684497" cy="83099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At</a:t>
            </a:r>
            <a:r>
              <a:rPr lang="zh-CN" altLang="en-US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64-byte,</a:t>
            </a:r>
            <a:r>
              <a:rPr lang="zh-CN" altLang="en-US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we</a:t>
            </a:r>
            <a:r>
              <a:rPr lang="zh-CN" altLang="en-US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have</a:t>
            </a:r>
            <a:r>
              <a:rPr lang="zh-CN" altLang="en-US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program</a:t>
            </a:r>
            <a:r>
              <a:rPr lang="zh-CN" altLang="en-US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header.</a:t>
            </a:r>
            <a:endParaRPr kumimoji="0" lang="en-CN" altLang="en-CN" sz="2400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F3A45651-E286-71E0-8F8B-8836E92CC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0126" y="2651310"/>
            <a:ext cx="71242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CN" altLang="en-CN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7699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4A5CF-3DF1-16D9-BB0D-9F09138DB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812F6-7536-32D8-9CB2-DD9C208A1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7170"/>
            <a:ext cx="10515600" cy="1064070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Read</a:t>
            </a:r>
            <a:r>
              <a:rPr lang="zh-CN" altLang="en-US" sz="5400" dirty="0"/>
              <a:t> </a:t>
            </a:r>
            <a:r>
              <a:rPr lang="en-US" altLang="zh-CN" sz="5400" dirty="0"/>
              <a:t>the</a:t>
            </a:r>
            <a:r>
              <a:rPr lang="zh-CN" altLang="en-US" sz="5400" dirty="0"/>
              <a:t> </a:t>
            </a:r>
            <a:r>
              <a:rPr lang="en-US" altLang="zh-CN" sz="5400" dirty="0"/>
              <a:t>header</a:t>
            </a:r>
            <a:r>
              <a:rPr lang="zh-CN" altLang="en-US" sz="5400" dirty="0"/>
              <a:t> </a:t>
            </a:r>
            <a:r>
              <a:rPr lang="en-US" altLang="zh-CN" sz="5400" dirty="0"/>
              <a:t>(CONT’D)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6975E-A37C-9844-FC67-46B964D66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78097"/>
            <a:ext cx="10804598" cy="3314778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You</a:t>
            </a:r>
            <a:r>
              <a:rPr lang="zh-CN" altLang="en-US" sz="3600" dirty="0"/>
              <a:t> </a:t>
            </a:r>
            <a:r>
              <a:rPr lang="en-US" altLang="zh-CN" sz="3600" dirty="0"/>
              <a:t>need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help</a:t>
            </a:r>
            <a:r>
              <a:rPr lang="zh-CN" altLang="en-US" sz="3600" dirty="0"/>
              <a:t> </a:t>
            </a:r>
            <a:r>
              <a:rPr lang="en-US" altLang="zh-CN" sz="3600" dirty="0"/>
              <a:t>of</a:t>
            </a:r>
            <a:r>
              <a:rPr lang="zh-CN" altLang="en-US" sz="3600" dirty="0"/>
              <a:t> </a:t>
            </a:r>
            <a:r>
              <a:rPr lang="en-US" altLang="zh-CN" sz="3600" dirty="0" err="1"/>
              <a:t>readelf</a:t>
            </a:r>
            <a:endParaRPr lang="en-US" altLang="zh-CN" sz="3600" dirty="0"/>
          </a:p>
          <a:p>
            <a:endParaRPr lang="en-US" sz="3600" dirty="0"/>
          </a:p>
          <a:p>
            <a:r>
              <a:rPr lang="en-US" altLang="zh-CN" sz="3600" dirty="0"/>
              <a:t>We</a:t>
            </a:r>
            <a:r>
              <a:rPr lang="zh-CN" altLang="en-US" sz="3600" dirty="0"/>
              <a:t> </a:t>
            </a:r>
            <a:r>
              <a:rPr lang="en-US" altLang="zh-CN" sz="3600" dirty="0"/>
              <a:t>are</a:t>
            </a:r>
            <a:r>
              <a:rPr lang="zh-CN" altLang="en-US" sz="3600" dirty="0"/>
              <a:t> </a:t>
            </a:r>
            <a:r>
              <a:rPr lang="en-US" altLang="zh-CN" sz="3600" dirty="0"/>
              <a:t>(nearly)</a:t>
            </a:r>
            <a:r>
              <a:rPr lang="zh-CN" altLang="en-US" sz="3600" dirty="0"/>
              <a:t> </a:t>
            </a:r>
            <a:r>
              <a:rPr lang="en-US" altLang="zh-CN" sz="3600" dirty="0"/>
              <a:t>done</a:t>
            </a:r>
            <a:r>
              <a:rPr lang="zh-CN" altLang="en-US" sz="3600" dirty="0"/>
              <a:t> </a:t>
            </a:r>
            <a:r>
              <a:rPr lang="en-US" altLang="zh-CN" sz="3600" dirty="0"/>
              <a:t>with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ELF</a:t>
            </a:r>
            <a:r>
              <a:rPr lang="zh-CN" altLang="en-US" sz="3600" dirty="0"/>
              <a:t> </a:t>
            </a:r>
            <a:r>
              <a:rPr lang="en-US" altLang="zh-CN" sz="3600" dirty="0"/>
              <a:t>header</a:t>
            </a:r>
            <a:r>
              <a:rPr lang="zh-CN" altLang="en-US" sz="3600" dirty="0"/>
              <a:t> </a:t>
            </a:r>
            <a:r>
              <a:rPr lang="en-US" altLang="zh-CN" sz="3600" dirty="0"/>
              <a:t>part</a:t>
            </a:r>
            <a:endParaRPr lang="en-US" altLang="zh-C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D4D04F-2E73-4E85-6E24-F4922AF93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36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46409D-42A3-9834-26EA-2AFDC789C3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02" y="1651525"/>
            <a:ext cx="11093596" cy="1368941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06DC28EC-1DF4-9B11-EE5F-2071B7CDF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5975" y="3800644"/>
            <a:ext cx="7742825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N" altLang="en-CN" sz="24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riscv64-unknown-elf-readelf -h main.riscv</a:t>
            </a:r>
            <a:endParaRPr kumimoji="0" lang="en-CN" altLang="en-CN" sz="3200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0E6CFA9-B322-9182-1AD8-EBAEA6E09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8689" y="2033900"/>
            <a:ext cx="4038065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Each</a:t>
            </a:r>
            <a:r>
              <a:rPr lang="zh-CN" altLang="en-US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entry</a:t>
            </a:r>
            <a:r>
              <a:rPr lang="zh-CN" altLang="en-US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is</a:t>
            </a:r>
            <a:r>
              <a:rPr lang="zh-CN" altLang="en-US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56-byte</a:t>
            </a:r>
            <a:endParaRPr kumimoji="0" lang="en-CN" altLang="en-CN" sz="2400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E29CDD35-891C-2D51-CDB3-2D88D59DD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7590" y="2645018"/>
            <a:ext cx="685564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CN" altLang="en-CN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4CC98044-DE4F-F7E8-3C2C-C6B239BF3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3218" y="2645018"/>
            <a:ext cx="685564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CN" altLang="en-CN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EFFB9A30-9C16-3E75-655F-339036358A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3219" y="2049060"/>
            <a:ext cx="3695582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In</a:t>
            </a:r>
            <a:r>
              <a:rPr lang="zh-CN" altLang="en-US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total</a:t>
            </a:r>
            <a:r>
              <a:rPr lang="zh-CN" altLang="en-US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4</a:t>
            </a:r>
            <a:r>
              <a:rPr lang="zh-CN" altLang="en-US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entries</a:t>
            </a:r>
            <a:endParaRPr kumimoji="0" lang="en-CN" altLang="en-CN" sz="2400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39993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31DF3-819F-3EA1-D987-64D0C63FC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A2687-A855-84E4-E292-290CDEE2A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7170"/>
            <a:ext cx="10515600" cy="1064070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Read</a:t>
            </a:r>
            <a:r>
              <a:rPr lang="zh-CN" altLang="en-US" sz="5400" dirty="0"/>
              <a:t> </a:t>
            </a:r>
            <a:r>
              <a:rPr lang="en-US" altLang="zh-CN" sz="5400" dirty="0"/>
              <a:t>the</a:t>
            </a:r>
            <a:r>
              <a:rPr lang="zh-CN" altLang="en-US" sz="5400" dirty="0"/>
              <a:t> </a:t>
            </a:r>
            <a:r>
              <a:rPr lang="en-US" altLang="zh-CN" sz="5400" dirty="0"/>
              <a:t>header</a:t>
            </a:r>
            <a:r>
              <a:rPr lang="zh-CN" altLang="en-US" sz="5400" dirty="0"/>
              <a:t> </a:t>
            </a:r>
            <a:r>
              <a:rPr lang="en-US" altLang="zh-CN" sz="5400" dirty="0"/>
              <a:t>(CONT’D)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D249E-15FD-4F08-6FB6-99E2FB137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78097"/>
            <a:ext cx="10804598" cy="3314778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You</a:t>
            </a:r>
            <a:r>
              <a:rPr lang="zh-CN" altLang="en-US" sz="3600" dirty="0"/>
              <a:t> </a:t>
            </a:r>
            <a:r>
              <a:rPr lang="en-US" altLang="zh-CN" sz="3600" dirty="0"/>
              <a:t>need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help</a:t>
            </a:r>
            <a:r>
              <a:rPr lang="zh-CN" altLang="en-US" sz="3600" dirty="0"/>
              <a:t> </a:t>
            </a:r>
            <a:r>
              <a:rPr lang="en-US" altLang="zh-CN" sz="3600" dirty="0"/>
              <a:t>of</a:t>
            </a:r>
            <a:r>
              <a:rPr lang="zh-CN" altLang="en-US" sz="3600" dirty="0"/>
              <a:t> </a:t>
            </a:r>
            <a:r>
              <a:rPr lang="en-US" altLang="zh-CN" sz="3600" dirty="0" err="1"/>
              <a:t>readelf</a:t>
            </a:r>
            <a:endParaRPr lang="en-US" altLang="zh-CN" sz="3600" dirty="0"/>
          </a:p>
          <a:p>
            <a:pPr lvl="1"/>
            <a:endParaRPr lang="en-US" altLang="zh-CN" sz="3200" dirty="0"/>
          </a:p>
          <a:p>
            <a:pPr lvl="1"/>
            <a:r>
              <a:rPr lang="en-US" altLang="zh-CN" sz="3200" dirty="0"/>
              <a:t>-l:</a:t>
            </a:r>
            <a:r>
              <a:rPr lang="zh-CN" altLang="en-US" sz="3200" dirty="0"/>
              <a:t> </a:t>
            </a:r>
            <a:r>
              <a:rPr lang="en-US" altLang="zh-CN" sz="3200" dirty="0"/>
              <a:t>means</a:t>
            </a:r>
            <a:r>
              <a:rPr lang="zh-CN" altLang="en-US" sz="3200" dirty="0"/>
              <a:t> </a:t>
            </a:r>
            <a:r>
              <a:rPr lang="en-US" altLang="zh-CN" sz="3200" dirty="0"/>
              <a:t>load.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8CDFC2-CB99-5558-7D83-5E9A9A4D4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37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BF4BBD-2FE1-C32B-0915-448AEA73C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02" y="1651525"/>
            <a:ext cx="11093596" cy="1368941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DBFA4E07-BD1C-6725-C908-8741E8EC1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5975" y="3800644"/>
            <a:ext cx="7742825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N" altLang="en-CN" sz="24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riscv64-unknown-elf-readelf -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l</a:t>
            </a:r>
            <a:r>
              <a:rPr kumimoji="0" lang="en-CN" altLang="en-CN" sz="24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main.riscv</a:t>
            </a:r>
            <a:endParaRPr kumimoji="0" lang="en-CN" altLang="en-CN" sz="3200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BB97B34E-E7DB-508D-62C2-A63F9EB6A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8689" y="2033900"/>
            <a:ext cx="4038065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Each</a:t>
            </a:r>
            <a:r>
              <a:rPr lang="zh-CN" altLang="en-US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entry</a:t>
            </a:r>
            <a:r>
              <a:rPr lang="zh-CN" altLang="en-US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is</a:t>
            </a:r>
            <a:r>
              <a:rPr lang="zh-CN" altLang="en-US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56-byte</a:t>
            </a:r>
            <a:endParaRPr kumimoji="0" lang="en-CN" altLang="en-CN" sz="2400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971434E4-FC62-0504-DDBE-9DF63CFDF9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7590" y="2645018"/>
            <a:ext cx="685564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CN" altLang="en-CN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5BBAD470-C544-1EF4-7B48-6757B90EF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3218" y="2645018"/>
            <a:ext cx="685564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CN" altLang="en-CN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6246430C-A359-57F8-F000-A944C7412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3219" y="2049060"/>
            <a:ext cx="3695582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In</a:t>
            </a:r>
            <a:r>
              <a:rPr lang="zh-CN" altLang="en-US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total</a:t>
            </a:r>
            <a:r>
              <a:rPr lang="zh-CN" altLang="en-US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4</a:t>
            </a:r>
            <a:r>
              <a:rPr lang="zh-CN" altLang="en-US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entries</a:t>
            </a:r>
            <a:endParaRPr kumimoji="0" lang="en-CN" altLang="en-CN" sz="2400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ECBED6-01B7-FAF7-28B5-FF4B1B2323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060" y="4329653"/>
            <a:ext cx="7772400" cy="2258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1530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DF257-B38B-FDA6-AF69-5104081D1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C888C-9774-5D62-25D6-D9A9541AF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7170"/>
            <a:ext cx="10515600" cy="1064070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Read</a:t>
            </a:r>
            <a:r>
              <a:rPr lang="zh-CN" altLang="en-US" sz="5400" dirty="0"/>
              <a:t> </a:t>
            </a:r>
            <a:r>
              <a:rPr lang="en-US" altLang="zh-CN" sz="5400" dirty="0"/>
              <a:t>the</a:t>
            </a:r>
            <a:r>
              <a:rPr lang="zh-CN" altLang="en-US" sz="5400" dirty="0"/>
              <a:t> </a:t>
            </a:r>
            <a:r>
              <a:rPr lang="en-US" altLang="zh-CN" sz="5400" dirty="0"/>
              <a:t>header</a:t>
            </a:r>
            <a:r>
              <a:rPr lang="zh-CN" altLang="en-US" sz="5400" dirty="0"/>
              <a:t> </a:t>
            </a:r>
            <a:r>
              <a:rPr lang="en-US" altLang="zh-CN" sz="5400" dirty="0"/>
              <a:t>(CONT’D)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1463F-6D09-98BE-8BFB-055286552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78097"/>
            <a:ext cx="10804598" cy="3314778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You</a:t>
            </a:r>
            <a:r>
              <a:rPr lang="zh-CN" altLang="en-US" sz="3600" dirty="0"/>
              <a:t> </a:t>
            </a:r>
            <a:r>
              <a:rPr lang="en-US" altLang="zh-CN" sz="3600" dirty="0"/>
              <a:t>need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help</a:t>
            </a:r>
            <a:r>
              <a:rPr lang="zh-CN" altLang="en-US" sz="3600" dirty="0"/>
              <a:t> </a:t>
            </a:r>
            <a:r>
              <a:rPr lang="en-US" altLang="zh-CN" sz="3600" dirty="0"/>
              <a:t>of</a:t>
            </a:r>
            <a:r>
              <a:rPr lang="zh-CN" altLang="en-US" sz="3600" dirty="0"/>
              <a:t> </a:t>
            </a:r>
            <a:r>
              <a:rPr lang="en-US" altLang="zh-CN" sz="3600" dirty="0" err="1"/>
              <a:t>readelf</a:t>
            </a:r>
            <a:endParaRPr lang="en-US" altLang="zh-CN" sz="3600" dirty="0"/>
          </a:p>
          <a:p>
            <a:pPr lvl="1"/>
            <a:endParaRPr lang="en-US" altLang="zh-C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C3DA9-7DE5-163A-CD70-88D3DF266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38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78C694-7F28-C411-3020-D7BA6B63C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02" y="1651525"/>
            <a:ext cx="11093596" cy="1368941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79CFED0A-155D-A25B-B41C-3CE2A7CC1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5975" y="3800644"/>
            <a:ext cx="7742825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N" altLang="en-CN" sz="24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riscv64-unknown-elf-readelf -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l</a:t>
            </a:r>
            <a:r>
              <a:rPr kumimoji="0" lang="en-CN" altLang="en-CN" sz="24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main.riscv</a:t>
            </a:r>
            <a:endParaRPr kumimoji="0" lang="en-CN" altLang="en-CN" sz="3200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316BE94D-A7E3-2567-D1F7-D65E76FCC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8689" y="2033900"/>
            <a:ext cx="4038065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Each</a:t>
            </a:r>
            <a:r>
              <a:rPr lang="zh-CN" altLang="en-US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entry</a:t>
            </a:r>
            <a:r>
              <a:rPr lang="zh-CN" altLang="en-US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is</a:t>
            </a:r>
            <a:r>
              <a:rPr lang="zh-CN" altLang="en-US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56-byte</a:t>
            </a:r>
            <a:endParaRPr kumimoji="0" lang="en-CN" altLang="en-CN" sz="2400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CFE1AB15-F7E3-C41C-DFA9-143973F84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7590" y="2645018"/>
            <a:ext cx="685564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CN" altLang="en-CN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585722CC-E44E-A11E-6E88-BBB998FB1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3218" y="2645018"/>
            <a:ext cx="685564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CN" altLang="en-CN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C6BAF5D7-784D-274F-7013-A715BFEC56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3219" y="2049060"/>
            <a:ext cx="3695582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In</a:t>
            </a:r>
            <a:r>
              <a:rPr lang="zh-CN" altLang="en-US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total</a:t>
            </a:r>
            <a:r>
              <a:rPr lang="zh-CN" altLang="en-US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4</a:t>
            </a:r>
            <a:r>
              <a:rPr lang="zh-CN" altLang="en-US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entries</a:t>
            </a:r>
            <a:endParaRPr kumimoji="0" lang="en-CN" altLang="en-CN" sz="2400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A9ACC8-C056-ACBA-DFCF-F4390BCBEE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2840" y="4385925"/>
            <a:ext cx="8400756" cy="244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2825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BF82D-BF5B-E64A-DA9A-2521DAD22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06" y="367264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Load</a:t>
            </a:r>
            <a:r>
              <a:rPr lang="zh-CN" altLang="en-US" sz="5400" dirty="0"/>
              <a:t> </a:t>
            </a:r>
            <a:r>
              <a:rPr lang="en-US" altLang="zh-CN" sz="5400" dirty="0"/>
              <a:t>RISCV</a:t>
            </a:r>
            <a:r>
              <a:rPr lang="zh-CN" altLang="en-US" sz="5400" dirty="0"/>
              <a:t> </a:t>
            </a:r>
            <a:r>
              <a:rPr lang="en-US" altLang="zh-CN" sz="5400" dirty="0"/>
              <a:t>Attributes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B25E9-6253-E20B-CA5C-070B48B86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82723"/>
            <a:ext cx="10515600" cy="1285715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From</a:t>
            </a:r>
            <a:r>
              <a:rPr lang="zh-CN" altLang="en-US" sz="3600" dirty="0"/>
              <a:t> </a:t>
            </a:r>
            <a:r>
              <a:rPr lang="en-US" altLang="zh-CN" sz="3600" dirty="0"/>
              <a:t>0x29e3-th</a:t>
            </a:r>
            <a:r>
              <a:rPr lang="zh-CN" altLang="en-US" sz="3600" dirty="0"/>
              <a:t> </a:t>
            </a:r>
            <a:r>
              <a:rPr lang="en-US" altLang="zh-CN" sz="3600" dirty="0"/>
              <a:t>byte</a:t>
            </a:r>
            <a:r>
              <a:rPr lang="zh-CN" altLang="en-US" sz="3600" dirty="0"/>
              <a:t> </a:t>
            </a:r>
            <a:r>
              <a:rPr lang="en-US" altLang="zh-CN" sz="3600" dirty="0"/>
              <a:t>of</a:t>
            </a:r>
            <a:r>
              <a:rPr lang="zh-CN" altLang="en-US" sz="3600" dirty="0"/>
              <a:t> </a:t>
            </a:r>
            <a:r>
              <a:rPr lang="en-US" altLang="zh-CN" sz="3600" dirty="0"/>
              <a:t>this</a:t>
            </a:r>
            <a:r>
              <a:rPr lang="zh-CN" altLang="en-US" sz="3600" dirty="0"/>
              <a:t> </a:t>
            </a:r>
            <a:r>
              <a:rPr lang="en-US" altLang="zh-CN" sz="3600" dirty="0"/>
              <a:t>file,</a:t>
            </a:r>
            <a:r>
              <a:rPr lang="zh-CN" altLang="en-US" sz="3600" dirty="0"/>
              <a:t> </a:t>
            </a:r>
            <a:r>
              <a:rPr lang="en-US" altLang="zh-CN" sz="3600" dirty="0"/>
              <a:t>load</a:t>
            </a:r>
            <a:r>
              <a:rPr lang="zh-CN" altLang="en-US" sz="3600" dirty="0"/>
              <a:t> </a:t>
            </a:r>
            <a:r>
              <a:rPr lang="en-US" altLang="zh-CN" sz="3600" dirty="0"/>
              <a:t>5a</a:t>
            </a:r>
            <a:r>
              <a:rPr lang="zh-CN" altLang="en-US" sz="3600" dirty="0"/>
              <a:t> </a:t>
            </a:r>
            <a:r>
              <a:rPr lang="en-US" altLang="zh-CN" sz="3600" dirty="0"/>
              <a:t>bytes</a:t>
            </a:r>
            <a:r>
              <a:rPr lang="zh-CN" altLang="en-US" sz="3600" dirty="0"/>
              <a:t> </a:t>
            </a:r>
            <a:r>
              <a:rPr lang="en-US" altLang="zh-CN" sz="3600" dirty="0"/>
              <a:t>of</a:t>
            </a:r>
            <a:r>
              <a:rPr lang="zh-CN" altLang="en-US" sz="3600" dirty="0"/>
              <a:t> </a:t>
            </a:r>
            <a:r>
              <a:rPr lang="en-US" altLang="zh-CN" sz="3600" dirty="0"/>
              <a:t>data</a:t>
            </a:r>
            <a:r>
              <a:rPr lang="zh-CN" altLang="en-US" sz="3600" dirty="0"/>
              <a:t> </a:t>
            </a:r>
            <a:r>
              <a:rPr lang="en-US" altLang="zh-CN" sz="3600" dirty="0"/>
              <a:t>as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RISCV</a:t>
            </a:r>
            <a:r>
              <a:rPr lang="zh-CN" altLang="en-US" sz="3600" dirty="0"/>
              <a:t> </a:t>
            </a:r>
            <a:r>
              <a:rPr lang="en-US" altLang="zh-CN" sz="3600" dirty="0"/>
              <a:t>attributes</a:t>
            </a:r>
            <a:endParaRPr lang="en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9AD66C-1727-20F7-C8C4-B12B60376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39</a:t>
            </a:fld>
            <a:endParaRPr lang="en-C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643965-D9AD-F5EF-E40E-DFB32656D0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877" r="5" b="73006"/>
          <a:stretch>
            <a:fillRect/>
          </a:stretch>
        </p:blipFill>
        <p:spPr>
          <a:xfrm>
            <a:off x="377606" y="1875390"/>
            <a:ext cx="11436788" cy="568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55B361-F7F7-8261-7375-FA53BECC19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936" r="4" b="55947"/>
          <a:stretch>
            <a:fillRect/>
          </a:stretch>
        </p:blipFill>
        <p:spPr>
          <a:xfrm>
            <a:off x="377606" y="2538965"/>
            <a:ext cx="11436788" cy="5688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5B936B-357E-CC48-C0EA-B242E7DA8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606" y="4393488"/>
            <a:ext cx="11203545" cy="2281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4243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C2284-6AC7-F5C1-2F52-A90C4BDAC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8A807-F4FC-CC5B-389F-5608746DC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06" y="367264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Load</a:t>
            </a:r>
            <a:r>
              <a:rPr lang="zh-CN" altLang="en-US" sz="5400" dirty="0"/>
              <a:t> </a:t>
            </a:r>
            <a:r>
              <a:rPr lang="en-US" altLang="zh-CN" sz="5400" dirty="0"/>
              <a:t>RISCV</a:t>
            </a:r>
            <a:r>
              <a:rPr lang="zh-CN" altLang="en-US" sz="5400" dirty="0"/>
              <a:t> </a:t>
            </a:r>
            <a:r>
              <a:rPr lang="en-US" altLang="zh-CN" sz="5400" dirty="0"/>
              <a:t>Executable</a:t>
            </a:r>
            <a:r>
              <a:rPr lang="zh-CN" altLang="en-US" sz="5400" dirty="0"/>
              <a:t> </a:t>
            </a:r>
            <a:r>
              <a:rPr lang="en-US" altLang="zh-CN" sz="5400" dirty="0"/>
              <a:t>Part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CBBEA-A37D-E536-87C6-00CEDD28F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606" y="3378133"/>
            <a:ext cx="11918430" cy="2866868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From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beginning</a:t>
            </a:r>
            <a:r>
              <a:rPr lang="zh-CN" altLang="en-US" sz="3600" dirty="0"/>
              <a:t> </a:t>
            </a:r>
            <a:r>
              <a:rPr lang="en-US" altLang="zh-CN" sz="3600" dirty="0"/>
              <a:t>(0x0)</a:t>
            </a:r>
            <a:r>
              <a:rPr lang="zh-CN" altLang="en-US" sz="3600" dirty="0"/>
              <a:t> </a:t>
            </a:r>
            <a:r>
              <a:rPr lang="en-US" altLang="zh-CN" sz="3600" dirty="0"/>
              <a:t>of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file,</a:t>
            </a:r>
            <a:r>
              <a:rPr lang="zh-CN" altLang="en-US" sz="3600" dirty="0"/>
              <a:t> </a:t>
            </a:r>
            <a:r>
              <a:rPr lang="en-US" altLang="zh-CN" sz="3600" dirty="0"/>
              <a:t>load</a:t>
            </a:r>
            <a:r>
              <a:rPr lang="zh-CN" altLang="en-US" sz="3600" dirty="0"/>
              <a:t> </a:t>
            </a:r>
            <a:r>
              <a:rPr lang="en-US" altLang="zh-CN" sz="3600" dirty="0"/>
              <a:t>0x1754</a:t>
            </a:r>
            <a:r>
              <a:rPr lang="zh-CN" altLang="en-US" sz="3600" dirty="0"/>
              <a:t> </a:t>
            </a:r>
            <a:r>
              <a:rPr lang="en-US" altLang="zh-CN" sz="3600" dirty="0"/>
              <a:t>bytes</a:t>
            </a:r>
            <a:r>
              <a:rPr lang="zh-CN" altLang="en-US" sz="3600" dirty="0"/>
              <a:t> </a:t>
            </a:r>
            <a:r>
              <a:rPr lang="en-US" altLang="zh-CN" sz="3600" dirty="0"/>
              <a:t>to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memory,</a:t>
            </a:r>
            <a:r>
              <a:rPr lang="zh-CN" altLang="en-US" sz="3600" dirty="0"/>
              <a:t> </a:t>
            </a:r>
            <a:r>
              <a:rPr lang="en-US" altLang="zh-CN" sz="3600" dirty="0"/>
              <a:t>mapping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virtual</a:t>
            </a:r>
            <a:r>
              <a:rPr lang="zh-CN" altLang="en-US" sz="3600" dirty="0"/>
              <a:t> </a:t>
            </a:r>
            <a:r>
              <a:rPr lang="en-US" altLang="zh-CN" sz="3600" dirty="0"/>
              <a:t>address</a:t>
            </a:r>
            <a:r>
              <a:rPr lang="zh-CN" altLang="en-US" sz="3600" dirty="0"/>
              <a:t> </a:t>
            </a:r>
            <a:r>
              <a:rPr lang="en-US" altLang="zh-CN" sz="3600" dirty="0"/>
              <a:t>at</a:t>
            </a:r>
            <a:r>
              <a:rPr lang="zh-CN" altLang="en-US" sz="3600" dirty="0"/>
              <a:t> </a:t>
            </a:r>
            <a:r>
              <a:rPr lang="en-US" altLang="zh-CN" sz="3600" dirty="0"/>
              <a:t>0x10000</a:t>
            </a:r>
          </a:p>
          <a:p>
            <a:r>
              <a:rPr lang="en-US" altLang="zh-CN" sz="3600" dirty="0"/>
              <a:t>Each</a:t>
            </a:r>
            <a:r>
              <a:rPr lang="zh-CN" altLang="en-US" sz="3600" dirty="0"/>
              <a:t> </a:t>
            </a:r>
            <a:r>
              <a:rPr lang="en-US" altLang="zh-CN" sz="3600" dirty="0"/>
              <a:t>page</a:t>
            </a:r>
            <a:r>
              <a:rPr lang="zh-CN" altLang="en-US" sz="3600" dirty="0"/>
              <a:t> </a:t>
            </a:r>
            <a:r>
              <a:rPr lang="en-US" altLang="zh-CN" sz="3600" dirty="0"/>
              <a:t>is</a:t>
            </a:r>
            <a:r>
              <a:rPr lang="zh-CN" altLang="en-US" sz="3600" dirty="0"/>
              <a:t> </a:t>
            </a:r>
            <a:r>
              <a:rPr lang="en-US" altLang="zh-CN" sz="3600" dirty="0"/>
              <a:t>0x1000</a:t>
            </a:r>
            <a:r>
              <a:rPr lang="zh-CN" altLang="en-US" sz="3600" dirty="0"/>
              <a:t> </a:t>
            </a:r>
            <a:r>
              <a:rPr lang="en-US" altLang="zh-CN" sz="3600" dirty="0"/>
              <a:t>bytes</a:t>
            </a:r>
          </a:p>
          <a:p>
            <a:pPr lvl="1"/>
            <a:r>
              <a:rPr lang="en-US" altLang="zh-CN" sz="3200" dirty="0"/>
              <a:t>(look</a:t>
            </a:r>
            <a:r>
              <a:rPr lang="zh-CN" altLang="en-US" sz="3200" dirty="0"/>
              <a:t> </a:t>
            </a:r>
            <a:r>
              <a:rPr lang="en-US" altLang="zh-CN" sz="3200" dirty="0"/>
              <a:t>at</a:t>
            </a:r>
            <a:r>
              <a:rPr lang="zh-CN" altLang="en-US" sz="3200" dirty="0"/>
              <a:t> </a:t>
            </a:r>
            <a:r>
              <a:rPr lang="en-US" altLang="zh-CN" sz="3200" dirty="0"/>
              <a:t>the</a:t>
            </a:r>
            <a:r>
              <a:rPr lang="zh-CN" altLang="en-US" sz="3200" dirty="0"/>
              <a:t> </a:t>
            </a:r>
            <a:r>
              <a:rPr lang="en-US" altLang="zh-CN" sz="3200" dirty="0" err="1"/>
              <a:t>main.dump</a:t>
            </a:r>
            <a:r>
              <a:rPr lang="en-US" altLang="zh-CN" sz="3200" dirty="0"/>
              <a:t>)</a:t>
            </a:r>
          </a:p>
          <a:p>
            <a:r>
              <a:rPr lang="en-US" altLang="zh-CN" sz="3600" dirty="0"/>
              <a:t>This</a:t>
            </a:r>
            <a:r>
              <a:rPr lang="zh-CN" altLang="en-US" sz="3600" dirty="0"/>
              <a:t> </a:t>
            </a:r>
            <a:r>
              <a:rPr lang="en-US" altLang="zh-CN" sz="3600" dirty="0"/>
              <a:t>is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executable</a:t>
            </a:r>
            <a:r>
              <a:rPr lang="zh-CN" altLang="en-US" sz="3600" dirty="0"/>
              <a:t> </a:t>
            </a:r>
            <a:r>
              <a:rPr lang="en-US" altLang="zh-CN" sz="3600" dirty="0"/>
              <a:t>code</a:t>
            </a:r>
            <a:r>
              <a:rPr lang="zh-CN" altLang="en-US" sz="3600" dirty="0"/>
              <a:t> </a:t>
            </a:r>
            <a:r>
              <a:rPr lang="en-US" altLang="zh-CN" sz="3600" dirty="0"/>
              <a:t>section.</a:t>
            </a:r>
            <a:endParaRPr lang="en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A0382-CEDB-7EFB-AB4F-E556C6F44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40</a:t>
            </a:fld>
            <a:endParaRPr lang="en-C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9A94FD-04B5-7D48-00E3-A15C2D2C9B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877" r="5" b="73006"/>
          <a:stretch>
            <a:fillRect/>
          </a:stretch>
        </p:blipFill>
        <p:spPr>
          <a:xfrm>
            <a:off x="377606" y="1875390"/>
            <a:ext cx="11436788" cy="5688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049A9A-7B60-9806-7C95-F82E880C5E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" t="45399" b="37484"/>
          <a:stretch>
            <a:fillRect/>
          </a:stretch>
        </p:blipFill>
        <p:spPr>
          <a:xfrm>
            <a:off x="377606" y="2626761"/>
            <a:ext cx="11436788" cy="56880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0BFB83D-A76D-85B8-07BE-70081376179F}"/>
              </a:ext>
            </a:extLst>
          </p:cNvPr>
          <p:cNvSpPr/>
          <p:nvPr/>
        </p:nvSpPr>
        <p:spPr>
          <a:xfrm>
            <a:off x="9343792" y="2897205"/>
            <a:ext cx="330699" cy="3053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654357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39C4B-CE0F-C6D5-023B-F4AA3F843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9E7D7-8317-8B6D-910F-6310840E2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06" y="367264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Load</a:t>
            </a:r>
            <a:r>
              <a:rPr lang="zh-CN" altLang="en-US" sz="5400" dirty="0"/>
              <a:t> </a:t>
            </a:r>
            <a:r>
              <a:rPr lang="en-US" altLang="zh-CN" sz="5400" dirty="0"/>
              <a:t>Code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0076E-D5A3-CD6E-6FA9-782D9E83A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606" y="3378133"/>
            <a:ext cx="11918430" cy="2866868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From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beginning</a:t>
            </a:r>
            <a:r>
              <a:rPr lang="zh-CN" altLang="en-US" sz="3600" dirty="0"/>
              <a:t> </a:t>
            </a:r>
            <a:r>
              <a:rPr lang="en-US" altLang="zh-CN" sz="3600" dirty="0"/>
              <a:t>(0x0)</a:t>
            </a:r>
            <a:r>
              <a:rPr lang="zh-CN" altLang="en-US" sz="3600" dirty="0"/>
              <a:t> </a:t>
            </a:r>
            <a:r>
              <a:rPr lang="en-US" altLang="zh-CN" sz="3600" dirty="0"/>
              <a:t>of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file,</a:t>
            </a:r>
            <a:r>
              <a:rPr lang="zh-CN" altLang="en-US" sz="3600" dirty="0"/>
              <a:t> </a:t>
            </a:r>
            <a:r>
              <a:rPr lang="en-US" altLang="zh-CN" sz="3600" dirty="0"/>
              <a:t>load</a:t>
            </a:r>
            <a:r>
              <a:rPr lang="zh-CN" altLang="en-US" sz="3600" dirty="0"/>
              <a:t> </a:t>
            </a:r>
            <a:r>
              <a:rPr lang="en-US" altLang="zh-CN" sz="3600" dirty="0"/>
              <a:t>0x1754</a:t>
            </a:r>
            <a:r>
              <a:rPr lang="zh-CN" altLang="en-US" sz="3600" dirty="0"/>
              <a:t> </a:t>
            </a:r>
            <a:r>
              <a:rPr lang="en-US" altLang="zh-CN" sz="3600" dirty="0"/>
              <a:t>bytes</a:t>
            </a:r>
            <a:r>
              <a:rPr lang="zh-CN" altLang="en-US" sz="3600" dirty="0"/>
              <a:t> </a:t>
            </a:r>
            <a:r>
              <a:rPr lang="en-US" altLang="zh-CN" sz="3600" dirty="0"/>
              <a:t>to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memory,</a:t>
            </a:r>
            <a:r>
              <a:rPr lang="zh-CN" altLang="en-US" sz="3600" dirty="0"/>
              <a:t> </a:t>
            </a:r>
            <a:r>
              <a:rPr lang="en-US" altLang="zh-CN" sz="3600" dirty="0"/>
              <a:t>mapping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virtual</a:t>
            </a:r>
            <a:r>
              <a:rPr lang="zh-CN" altLang="en-US" sz="3600" dirty="0"/>
              <a:t> </a:t>
            </a:r>
            <a:r>
              <a:rPr lang="en-US" altLang="zh-CN" sz="3600" dirty="0"/>
              <a:t>address</a:t>
            </a:r>
            <a:r>
              <a:rPr lang="zh-CN" altLang="en-US" sz="3600" dirty="0"/>
              <a:t> </a:t>
            </a:r>
            <a:r>
              <a:rPr lang="en-US" altLang="zh-CN" sz="3600" dirty="0"/>
              <a:t>at</a:t>
            </a:r>
            <a:r>
              <a:rPr lang="zh-CN" altLang="en-US" sz="3600" dirty="0"/>
              <a:t> </a:t>
            </a:r>
            <a:r>
              <a:rPr lang="en-US" altLang="zh-CN" sz="3600" dirty="0"/>
              <a:t>0x10000</a:t>
            </a:r>
          </a:p>
          <a:p>
            <a:r>
              <a:rPr lang="en-US" altLang="zh-CN" sz="3600" dirty="0"/>
              <a:t>Each</a:t>
            </a:r>
            <a:r>
              <a:rPr lang="zh-CN" altLang="en-US" sz="3600" dirty="0"/>
              <a:t> </a:t>
            </a:r>
            <a:r>
              <a:rPr lang="en-US" altLang="zh-CN" sz="3600" dirty="0"/>
              <a:t>page</a:t>
            </a:r>
            <a:r>
              <a:rPr lang="zh-CN" altLang="en-US" sz="3600" dirty="0"/>
              <a:t> </a:t>
            </a:r>
            <a:r>
              <a:rPr lang="en-US" altLang="zh-CN" sz="3600" dirty="0"/>
              <a:t>is</a:t>
            </a:r>
            <a:r>
              <a:rPr lang="zh-CN" altLang="en-US" sz="3600" dirty="0"/>
              <a:t> </a:t>
            </a:r>
            <a:r>
              <a:rPr lang="en-US" altLang="zh-CN" sz="3600" dirty="0"/>
              <a:t>0x1000</a:t>
            </a:r>
            <a:r>
              <a:rPr lang="zh-CN" altLang="en-US" sz="3600" dirty="0"/>
              <a:t> </a:t>
            </a:r>
            <a:r>
              <a:rPr lang="en-US" altLang="zh-CN" sz="3600" dirty="0"/>
              <a:t>bytes</a:t>
            </a:r>
          </a:p>
          <a:p>
            <a:pPr lvl="1"/>
            <a:r>
              <a:rPr lang="en-US" altLang="zh-CN" sz="3200" dirty="0"/>
              <a:t>(look</a:t>
            </a:r>
            <a:r>
              <a:rPr lang="zh-CN" altLang="en-US" sz="3200" dirty="0"/>
              <a:t> </a:t>
            </a:r>
            <a:r>
              <a:rPr lang="en-US" altLang="zh-CN" sz="3200" dirty="0"/>
              <a:t>at</a:t>
            </a:r>
            <a:r>
              <a:rPr lang="zh-CN" altLang="en-US" sz="3200" dirty="0"/>
              <a:t> </a:t>
            </a:r>
            <a:r>
              <a:rPr lang="en-US" altLang="zh-CN" sz="3200" dirty="0"/>
              <a:t>the</a:t>
            </a:r>
            <a:r>
              <a:rPr lang="zh-CN" altLang="en-US" sz="3200" dirty="0"/>
              <a:t> </a:t>
            </a:r>
            <a:r>
              <a:rPr lang="en-US" altLang="zh-CN" sz="3200" dirty="0" err="1"/>
              <a:t>main.dump</a:t>
            </a:r>
            <a:r>
              <a:rPr lang="zh-CN" altLang="en-US" sz="3200" dirty="0"/>
              <a:t> </a:t>
            </a:r>
            <a:r>
              <a:rPr lang="en-US" altLang="zh-CN" sz="3200" dirty="0"/>
              <a:t>-</a:t>
            </a:r>
            <a:r>
              <a:rPr lang="zh-CN" altLang="en-US" sz="3200" dirty="0"/>
              <a:t> </a:t>
            </a:r>
            <a:r>
              <a:rPr lang="en-US" altLang="zh-CN" sz="3200" dirty="0"/>
              <a:t>It</a:t>
            </a:r>
            <a:r>
              <a:rPr lang="zh-CN" altLang="en-US" sz="3200" dirty="0"/>
              <a:t> </a:t>
            </a:r>
            <a:r>
              <a:rPr lang="en-US" altLang="zh-CN" sz="3200" dirty="0"/>
              <a:t>ends</a:t>
            </a:r>
            <a:r>
              <a:rPr lang="zh-CN" altLang="en-US" sz="3200" dirty="0"/>
              <a:t> </a:t>
            </a:r>
            <a:r>
              <a:rPr lang="en-US" altLang="zh-CN" sz="3200" dirty="0"/>
              <a:t>at</a:t>
            </a:r>
            <a:r>
              <a:rPr lang="zh-CN" altLang="en-US" sz="3200" dirty="0"/>
              <a:t> </a:t>
            </a:r>
            <a:r>
              <a:rPr lang="en-US" altLang="zh-CN" sz="3200" dirty="0"/>
              <a:t>EH_SEC)</a:t>
            </a:r>
          </a:p>
          <a:p>
            <a:r>
              <a:rPr lang="en-US" altLang="zh-CN" sz="3600" dirty="0"/>
              <a:t>This</a:t>
            </a:r>
            <a:r>
              <a:rPr lang="zh-CN" altLang="en-US" sz="3600" dirty="0"/>
              <a:t> </a:t>
            </a:r>
            <a:r>
              <a:rPr lang="en-US" altLang="zh-CN" sz="3600" dirty="0"/>
              <a:t>is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executable</a:t>
            </a:r>
            <a:r>
              <a:rPr lang="zh-CN" altLang="en-US" sz="3600" dirty="0"/>
              <a:t> </a:t>
            </a:r>
            <a:r>
              <a:rPr lang="en-US" altLang="zh-CN" sz="3600" dirty="0"/>
              <a:t>code</a:t>
            </a:r>
            <a:r>
              <a:rPr lang="zh-CN" altLang="en-US" sz="3600" dirty="0"/>
              <a:t> </a:t>
            </a:r>
            <a:r>
              <a:rPr lang="en-US" altLang="zh-CN" sz="3600" dirty="0"/>
              <a:t>section.</a:t>
            </a:r>
            <a:endParaRPr lang="en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F403FC-6915-A0F3-E84D-AF3D49736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41</a:t>
            </a:fld>
            <a:endParaRPr lang="en-C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36B399-FE7C-CF7A-10C5-89CA8240BA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877" r="5" b="73006"/>
          <a:stretch>
            <a:fillRect/>
          </a:stretch>
        </p:blipFill>
        <p:spPr>
          <a:xfrm>
            <a:off x="377606" y="1875390"/>
            <a:ext cx="11436788" cy="5688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A66827-4DAC-5447-F137-857D3B6942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" t="45399" b="37484"/>
          <a:stretch>
            <a:fillRect/>
          </a:stretch>
        </p:blipFill>
        <p:spPr>
          <a:xfrm>
            <a:off x="377606" y="2545481"/>
            <a:ext cx="11436788" cy="56880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257232B-B3C7-B945-BFE8-8E3527EF6D02}"/>
              </a:ext>
            </a:extLst>
          </p:cNvPr>
          <p:cNvSpPr/>
          <p:nvPr/>
        </p:nvSpPr>
        <p:spPr>
          <a:xfrm>
            <a:off x="9343792" y="2836245"/>
            <a:ext cx="330699" cy="3053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590146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3B873-47B1-9C5C-533E-6D8EA2461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15D705-CEFC-F3D3-080A-EF5A1E62F7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415" r="5" b="19241"/>
          <a:stretch>
            <a:fillRect/>
          </a:stretch>
        </p:blipFill>
        <p:spPr>
          <a:xfrm>
            <a:off x="377606" y="2520660"/>
            <a:ext cx="11436788" cy="6095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30AB30-3860-5A90-91C9-EAD8CCDB3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06" y="367264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Load</a:t>
            </a:r>
            <a:r>
              <a:rPr lang="zh-CN" altLang="en-US" sz="5400" dirty="0"/>
              <a:t> </a:t>
            </a:r>
            <a:r>
              <a:rPr lang="en-US" altLang="zh-CN" sz="5400" dirty="0"/>
              <a:t>Data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2B308-4DF6-9BFF-4A3B-D4C10085C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606" y="3378133"/>
            <a:ext cx="11918430" cy="2866868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From</a:t>
            </a:r>
            <a:r>
              <a:rPr lang="zh-CN" altLang="en-US" sz="3600" dirty="0"/>
              <a:t> </a:t>
            </a:r>
            <a:r>
              <a:rPr lang="en-US" altLang="zh-CN" sz="3600" dirty="0"/>
              <a:t>0x2000</a:t>
            </a:r>
            <a:r>
              <a:rPr lang="zh-CN" altLang="en-US" sz="3600" dirty="0"/>
              <a:t> </a:t>
            </a:r>
            <a:r>
              <a:rPr lang="en-US" altLang="zh-CN" sz="3600" dirty="0"/>
              <a:t>of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file,</a:t>
            </a:r>
            <a:r>
              <a:rPr lang="zh-CN" altLang="en-US" sz="3600" dirty="0"/>
              <a:t> </a:t>
            </a:r>
            <a:r>
              <a:rPr lang="en-US" altLang="zh-CN" sz="3600" dirty="0"/>
              <a:t>load</a:t>
            </a:r>
            <a:r>
              <a:rPr lang="zh-CN" altLang="en-US" sz="3600" dirty="0"/>
              <a:t> </a:t>
            </a:r>
            <a:r>
              <a:rPr lang="en-US" altLang="zh-CN" sz="3600" dirty="0"/>
              <a:t>0x9b8</a:t>
            </a:r>
            <a:r>
              <a:rPr lang="zh-CN" altLang="en-US" sz="3600" dirty="0"/>
              <a:t> </a:t>
            </a:r>
            <a:r>
              <a:rPr lang="en-US" altLang="zh-CN" sz="3600" dirty="0"/>
              <a:t>bytes</a:t>
            </a:r>
            <a:r>
              <a:rPr lang="zh-CN" altLang="en-US" sz="3600" dirty="0"/>
              <a:t> </a:t>
            </a:r>
            <a:r>
              <a:rPr lang="en-US" altLang="zh-CN" sz="3600" dirty="0"/>
              <a:t>to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memory,</a:t>
            </a:r>
            <a:r>
              <a:rPr lang="zh-CN" altLang="en-US" sz="3600" dirty="0"/>
              <a:t> </a:t>
            </a:r>
            <a:r>
              <a:rPr lang="en-US" altLang="zh-CN" sz="3600" dirty="0"/>
              <a:t>mapping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virtual</a:t>
            </a:r>
            <a:r>
              <a:rPr lang="zh-CN" altLang="en-US" sz="3600" dirty="0"/>
              <a:t> </a:t>
            </a:r>
            <a:r>
              <a:rPr lang="en-US" altLang="zh-CN" sz="3600" dirty="0"/>
              <a:t>address</a:t>
            </a:r>
            <a:r>
              <a:rPr lang="zh-CN" altLang="en-US" sz="3600" dirty="0"/>
              <a:t> </a:t>
            </a:r>
            <a:r>
              <a:rPr lang="en-US" altLang="zh-CN" sz="3600" dirty="0"/>
              <a:t>at</a:t>
            </a:r>
            <a:r>
              <a:rPr lang="zh-CN" altLang="en-US" sz="3600" dirty="0"/>
              <a:t> </a:t>
            </a:r>
            <a:r>
              <a:rPr lang="en-US" altLang="zh-CN" sz="3600" dirty="0"/>
              <a:t>0x12000</a:t>
            </a:r>
          </a:p>
          <a:p>
            <a:r>
              <a:rPr lang="en-US" altLang="zh-CN" sz="3600" dirty="0"/>
              <a:t>Each</a:t>
            </a:r>
            <a:r>
              <a:rPr lang="zh-CN" altLang="en-US" sz="3600" dirty="0"/>
              <a:t> </a:t>
            </a:r>
            <a:r>
              <a:rPr lang="en-US" altLang="zh-CN" sz="3600" dirty="0"/>
              <a:t>page</a:t>
            </a:r>
            <a:r>
              <a:rPr lang="zh-CN" altLang="en-US" sz="3600" dirty="0"/>
              <a:t> </a:t>
            </a:r>
            <a:r>
              <a:rPr lang="en-US" altLang="zh-CN" sz="3600" dirty="0"/>
              <a:t>is</a:t>
            </a:r>
            <a:r>
              <a:rPr lang="zh-CN" altLang="en-US" sz="3600" dirty="0"/>
              <a:t> </a:t>
            </a:r>
            <a:r>
              <a:rPr lang="en-US" altLang="zh-CN" sz="3600" dirty="0"/>
              <a:t>0x1000</a:t>
            </a:r>
            <a:r>
              <a:rPr lang="zh-CN" altLang="en-US" sz="3600" dirty="0"/>
              <a:t> </a:t>
            </a:r>
            <a:r>
              <a:rPr lang="en-US" altLang="zh-CN" sz="3600" dirty="0"/>
              <a:t>bytes</a:t>
            </a:r>
          </a:p>
          <a:p>
            <a:pPr lvl="1"/>
            <a:r>
              <a:rPr lang="en-US" altLang="zh-CN" sz="3200" dirty="0"/>
              <a:t>(look</a:t>
            </a:r>
            <a:r>
              <a:rPr lang="zh-CN" altLang="en-US" sz="3200" dirty="0"/>
              <a:t> </a:t>
            </a:r>
            <a:r>
              <a:rPr lang="en-US" altLang="zh-CN" sz="3200" dirty="0"/>
              <a:t>at</a:t>
            </a:r>
            <a:r>
              <a:rPr lang="zh-CN" altLang="en-US" sz="3200" dirty="0"/>
              <a:t> </a:t>
            </a:r>
            <a:r>
              <a:rPr lang="en-US" altLang="zh-CN" sz="3200" dirty="0"/>
              <a:t>the</a:t>
            </a:r>
            <a:r>
              <a:rPr lang="zh-CN" altLang="en-US" sz="3200" dirty="0"/>
              <a:t> </a:t>
            </a:r>
            <a:r>
              <a:rPr lang="en-US" altLang="zh-CN" sz="3200" dirty="0" err="1"/>
              <a:t>main.dump</a:t>
            </a:r>
            <a:r>
              <a:rPr lang="zh-CN" altLang="en-US" sz="3200" dirty="0"/>
              <a:t> </a:t>
            </a:r>
            <a:r>
              <a:rPr lang="en-US" altLang="zh-CN" sz="3200" dirty="0"/>
              <a:t>–</a:t>
            </a:r>
            <a:r>
              <a:rPr lang="zh-CN" altLang="en-US" sz="3200" dirty="0"/>
              <a:t> </a:t>
            </a:r>
            <a:r>
              <a:rPr lang="en-US" altLang="zh-CN" sz="3200" dirty="0"/>
              <a:t>0x12000)</a:t>
            </a:r>
          </a:p>
          <a:p>
            <a:r>
              <a:rPr lang="en-US" altLang="zh-CN" sz="3600" dirty="0"/>
              <a:t>This</a:t>
            </a:r>
            <a:r>
              <a:rPr lang="zh-CN" altLang="en-US" sz="3600" dirty="0"/>
              <a:t> </a:t>
            </a:r>
            <a:r>
              <a:rPr lang="en-US" altLang="zh-CN" sz="3600" dirty="0"/>
              <a:t>is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executable</a:t>
            </a:r>
            <a:r>
              <a:rPr lang="zh-CN" altLang="en-US" sz="3600" dirty="0"/>
              <a:t> </a:t>
            </a:r>
            <a:r>
              <a:rPr lang="en-US" altLang="zh-CN" sz="3600" dirty="0"/>
              <a:t>code</a:t>
            </a:r>
            <a:r>
              <a:rPr lang="zh-CN" altLang="en-US" sz="3600" dirty="0"/>
              <a:t> </a:t>
            </a:r>
            <a:r>
              <a:rPr lang="en-US" altLang="zh-CN" sz="3600" dirty="0"/>
              <a:t>section.</a:t>
            </a:r>
            <a:endParaRPr lang="en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D179F-FC5B-0C70-CF73-04BEA1ECD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42</a:t>
            </a:fld>
            <a:endParaRPr lang="en-C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C0652A-202D-2361-5D98-AFA6F91A68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877" r="5" b="73006"/>
          <a:stretch>
            <a:fillRect/>
          </a:stretch>
        </p:blipFill>
        <p:spPr>
          <a:xfrm>
            <a:off x="377606" y="1875390"/>
            <a:ext cx="11436788" cy="56880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7019B80-F1A7-F98D-FE2D-96B8135637AA}"/>
              </a:ext>
            </a:extLst>
          </p:cNvPr>
          <p:cNvSpPr/>
          <p:nvPr/>
        </p:nvSpPr>
        <p:spPr>
          <a:xfrm>
            <a:off x="9083041" y="2834640"/>
            <a:ext cx="365760" cy="2956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454205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DD8FD-6546-398D-B71A-65E74C7BB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42106"/>
            <a:ext cx="12395200" cy="1325563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Egg:</a:t>
            </a:r>
            <a:r>
              <a:rPr lang="zh-CN" altLang="en-US" sz="5400" dirty="0"/>
              <a:t> </a:t>
            </a:r>
            <a:r>
              <a:rPr lang="en-US" altLang="zh-CN" sz="5400" dirty="0"/>
              <a:t>Oh</a:t>
            </a:r>
            <a:r>
              <a:rPr lang="zh-CN" altLang="en-US" sz="5400" dirty="0"/>
              <a:t> </a:t>
            </a:r>
            <a:r>
              <a:rPr lang="en-US" altLang="zh-CN" sz="5400" dirty="0"/>
              <a:t>buddy</a:t>
            </a:r>
            <a:r>
              <a:rPr lang="zh-CN" altLang="en-US" sz="5400" dirty="0"/>
              <a:t> </a:t>
            </a:r>
            <a:r>
              <a:rPr lang="en-US" altLang="zh-CN" sz="5400" dirty="0"/>
              <a:t>you</a:t>
            </a:r>
            <a:r>
              <a:rPr lang="zh-CN" altLang="en-US" sz="5400" dirty="0"/>
              <a:t> </a:t>
            </a:r>
            <a:r>
              <a:rPr lang="en-US" altLang="zh-CN" sz="5400" dirty="0"/>
              <a:t>got</a:t>
            </a:r>
            <a:r>
              <a:rPr lang="zh-CN" altLang="en-US" sz="5400" dirty="0"/>
              <a:t> </a:t>
            </a:r>
            <a:r>
              <a:rPr lang="en-US" altLang="zh-CN" sz="5400" dirty="0"/>
              <a:t>the</a:t>
            </a:r>
            <a:r>
              <a:rPr lang="zh-CN" altLang="en-US" sz="5400" dirty="0"/>
              <a:t> </a:t>
            </a:r>
            <a:r>
              <a:rPr lang="en-US" altLang="zh-CN" sz="5400" dirty="0"/>
              <a:t>wrong</a:t>
            </a:r>
            <a:r>
              <a:rPr lang="zh-CN" altLang="en-US" sz="5400" dirty="0"/>
              <a:t> </a:t>
            </a:r>
            <a:r>
              <a:rPr lang="en-US" altLang="zh-CN" sz="5400" dirty="0"/>
              <a:t>encoding…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66FA4-3AD7-9130-F0EA-A28BC84B7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460" y="1825625"/>
            <a:ext cx="11130280" cy="4351338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All</a:t>
            </a:r>
            <a:r>
              <a:rPr lang="zh-CN" altLang="en-US" sz="3600" dirty="0"/>
              <a:t> </a:t>
            </a:r>
            <a:r>
              <a:rPr lang="en-US" altLang="zh-CN" sz="3600" dirty="0"/>
              <a:t>other</a:t>
            </a:r>
            <a:r>
              <a:rPr lang="zh-CN" altLang="en-US" sz="3600" dirty="0"/>
              <a:t> </a:t>
            </a:r>
            <a:r>
              <a:rPr lang="en-US" altLang="zh-CN" sz="3600" dirty="0"/>
              <a:t>sections’</a:t>
            </a:r>
            <a:r>
              <a:rPr lang="zh-CN" altLang="en-US" sz="3600" dirty="0"/>
              <a:t> </a:t>
            </a:r>
            <a:r>
              <a:rPr lang="en-US" altLang="zh-CN" sz="3600" dirty="0"/>
              <a:t>instruction</a:t>
            </a:r>
            <a:r>
              <a:rPr lang="zh-CN" altLang="en-US" sz="3600" dirty="0"/>
              <a:t> </a:t>
            </a:r>
            <a:r>
              <a:rPr lang="en-US" altLang="zh-CN" sz="3600" dirty="0"/>
              <a:t>encodings</a:t>
            </a:r>
            <a:r>
              <a:rPr lang="zh-CN" altLang="en-US" sz="3600" dirty="0"/>
              <a:t> </a:t>
            </a:r>
            <a:r>
              <a:rPr lang="en-US" altLang="zh-CN" sz="3600" dirty="0"/>
              <a:t>are</a:t>
            </a:r>
            <a:r>
              <a:rPr lang="zh-CN" altLang="en-US" sz="3600" dirty="0"/>
              <a:t> </a:t>
            </a:r>
            <a:r>
              <a:rPr lang="en-US" altLang="zh-CN" sz="3600" dirty="0"/>
              <a:t>FAKE</a:t>
            </a:r>
          </a:p>
          <a:p>
            <a:r>
              <a:rPr lang="en-US" altLang="zh-CN" sz="3600" dirty="0"/>
              <a:t>These</a:t>
            </a:r>
            <a:r>
              <a:rPr lang="zh-CN" altLang="en-US" sz="3600" dirty="0"/>
              <a:t> </a:t>
            </a:r>
            <a:r>
              <a:rPr lang="en-US" altLang="zh-CN" sz="3600" dirty="0"/>
              <a:t>instructions</a:t>
            </a:r>
            <a:r>
              <a:rPr lang="zh-CN" altLang="en-US" sz="3600" dirty="0"/>
              <a:t> </a:t>
            </a:r>
            <a:r>
              <a:rPr lang="en-US" altLang="zh-CN" sz="3600" dirty="0"/>
              <a:t>have</a:t>
            </a:r>
            <a:r>
              <a:rPr lang="zh-CN" altLang="en-US" sz="3600" dirty="0"/>
              <a:t> </a:t>
            </a:r>
            <a:r>
              <a:rPr lang="en-US" altLang="zh-CN" sz="3600" dirty="0"/>
              <a:t>no</a:t>
            </a:r>
            <a:r>
              <a:rPr lang="zh-CN" altLang="en-US" sz="3600" dirty="0"/>
              <a:t> </a:t>
            </a:r>
            <a:r>
              <a:rPr lang="en-US" altLang="zh-CN" sz="3600" dirty="0"/>
              <a:t>actual</a:t>
            </a:r>
            <a:r>
              <a:rPr lang="zh-CN" altLang="en-US" sz="3600" dirty="0"/>
              <a:t> </a:t>
            </a:r>
            <a:r>
              <a:rPr lang="en-US" altLang="zh-CN" sz="3600" dirty="0"/>
              <a:t>meaning</a:t>
            </a:r>
          </a:p>
          <a:p>
            <a:r>
              <a:rPr lang="en-US" altLang="zh-CN" sz="3600" dirty="0"/>
              <a:t>They</a:t>
            </a:r>
            <a:r>
              <a:rPr lang="zh-CN" altLang="en-US" sz="3600" dirty="0"/>
              <a:t> </a:t>
            </a:r>
            <a:r>
              <a:rPr lang="en-US" altLang="zh-CN" sz="3600" dirty="0"/>
              <a:t>are</a:t>
            </a:r>
            <a:r>
              <a:rPr lang="zh-CN" altLang="en-US" sz="3600" dirty="0"/>
              <a:t> </a:t>
            </a:r>
            <a:r>
              <a:rPr lang="en-US" altLang="zh-CN" sz="3600" dirty="0"/>
              <a:t>just</a:t>
            </a:r>
            <a:r>
              <a:rPr lang="zh-CN" altLang="en-US" sz="3600" dirty="0"/>
              <a:t> </a:t>
            </a:r>
            <a:r>
              <a:rPr lang="en-US" altLang="zh-CN" sz="3600" dirty="0"/>
              <a:t>numbers</a:t>
            </a:r>
            <a:r>
              <a:rPr lang="zh-CN" altLang="en-US" sz="3600" dirty="0"/>
              <a:t> </a:t>
            </a:r>
            <a:r>
              <a:rPr lang="en-US" altLang="zh-CN" sz="3600" dirty="0"/>
              <a:t>happen</a:t>
            </a:r>
            <a:r>
              <a:rPr lang="zh-CN" altLang="en-US" sz="3600" dirty="0"/>
              <a:t> </a:t>
            </a:r>
            <a:r>
              <a:rPr lang="en-US" altLang="zh-CN" sz="3600" dirty="0"/>
              <a:t>to</a:t>
            </a:r>
            <a:r>
              <a:rPr lang="zh-CN" altLang="en-US" sz="3600" dirty="0"/>
              <a:t> </a:t>
            </a:r>
            <a:r>
              <a:rPr lang="en-US" altLang="zh-CN" sz="3600" dirty="0"/>
              <a:t>be</a:t>
            </a:r>
            <a:r>
              <a:rPr lang="zh-CN" altLang="en-US" sz="3600" dirty="0"/>
              <a:t> </a:t>
            </a:r>
            <a:r>
              <a:rPr lang="en-US" altLang="zh-CN" sz="3600" dirty="0"/>
              <a:t>those</a:t>
            </a:r>
            <a:r>
              <a:rPr lang="zh-CN" altLang="en-US" sz="3600" dirty="0"/>
              <a:t> </a:t>
            </a:r>
            <a:r>
              <a:rPr lang="en-US" altLang="zh-CN" sz="3600" dirty="0"/>
              <a:t>instructions</a:t>
            </a:r>
            <a:endParaRPr lang="en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C567BF-03DD-4075-CCF5-C23FF5741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43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7294BF-6570-B7CC-88C3-B35A9AD05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6360" y="4001294"/>
            <a:ext cx="7772400" cy="195668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D495002-C818-70DA-0282-8E56C44AE071}"/>
              </a:ext>
            </a:extLst>
          </p:cNvPr>
          <p:cNvSpPr/>
          <p:nvPr/>
        </p:nvSpPr>
        <p:spPr>
          <a:xfrm>
            <a:off x="7792720" y="4780486"/>
            <a:ext cx="2672080" cy="9042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725819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649F0-75E6-B5C9-05FB-BDBCD98B7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4E1AD-4DCC-3FAC-7C6D-D41E09263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068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Why?</a:t>
            </a:r>
            <a:r>
              <a:rPr lang="zh-CN" altLang="en-US" sz="5400" dirty="0"/>
              <a:t> </a:t>
            </a:r>
            <a:r>
              <a:rPr lang="en-US" altLang="zh-CN" sz="5400" dirty="0"/>
              <a:t>I</a:t>
            </a:r>
            <a:r>
              <a:rPr lang="zh-CN" altLang="en-US" sz="5400" dirty="0"/>
              <a:t> </a:t>
            </a:r>
            <a:r>
              <a:rPr lang="en-US" altLang="zh-CN" sz="5400" dirty="0"/>
              <a:t>do</a:t>
            </a:r>
            <a:r>
              <a:rPr lang="zh-CN" altLang="en-US" sz="5400" dirty="0"/>
              <a:t> </a:t>
            </a:r>
            <a:r>
              <a:rPr lang="en-US" altLang="zh-CN" sz="5400" dirty="0"/>
              <a:t>not</a:t>
            </a:r>
            <a:r>
              <a:rPr lang="zh-CN" altLang="en-US" sz="5400" dirty="0"/>
              <a:t> </a:t>
            </a:r>
            <a:r>
              <a:rPr lang="en-US" altLang="zh-CN" sz="5400" dirty="0"/>
              <a:t>know</a:t>
            </a:r>
            <a:r>
              <a:rPr lang="zh-CN" altLang="en-US" sz="5400" dirty="0"/>
              <a:t> </a:t>
            </a:r>
            <a:r>
              <a:rPr lang="en-US" altLang="zh-CN" sz="5400" dirty="0"/>
              <a:t>either.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02F24-18F1-984D-1556-766AD0B8A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585"/>
            <a:ext cx="10968318" cy="795721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My</a:t>
            </a:r>
            <a:r>
              <a:rPr lang="zh-CN" altLang="en-US" sz="3600" dirty="0"/>
              <a:t> </a:t>
            </a:r>
            <a:r>
              <a:rPr lang="en-US" altLang="zh-CN" sz="3600" dirty="0"/>
              <a:t>understanding</a:t>
            </a:r>
            <a:r>
              <a:rPr lang="zh-CN" altLang="en-US" sz="3600" dirty="0"/>
              <a:t> </a:t>
            </a:r>
            <a:r>
              <a:rPr lang="en-US" altLang="zh-CN" sz="3600" dirty="0"/>
              <a:t>is</a:t>
            </a:r>
            <a:r>
              <a:rPr lang="zh-CN" altLang="en-US" sz="3600" dirty="0"/>
              <a:t> </a:t>
            </a:r>
            <a:r>
              <a:rPr lang="en-US" altLang="zh-CN" sz="3600" dirty="0"/>
              <a:t>that</a:t>
            </a:r>
            <a:r>
              <a:rPr lang="zh-CN" altLang="en-US" sz="3600" dirty="0"/>
              <a:t> </a:t>
            </a:r>
            <a:r>
              <a:rPr lang="en-US" altLang="zh-CN" sz="3600" dirty="0"/>
              <a:t>16968</a:t>
            </a:r>
            <a:r>
              <a:rPr lang="zh-CN" altLang="en-US" sz="3600" dirty="0"/>
              <a:t> </a:t>
            </a:r>
            <a:r>
              <a:rPr lang="en-US" altLang="zh-CN" sz="3600" dirty="0"/>
              <a:t>is</a:t>
            </a:r>
            <a:r>
              <a:rPr lang="zh-CN" altLang="en-US" sz="3600" dirty="0"/>
              <a:t> </a:t>
            </a:r>
            <a:r>
              <a:rPr lang="en-US" altLang="zh-CN" sz="3600" dirty="0"/>
              <a:t>a</a:t>
            </a:r>
            <a:r>
              <a:rPr lang="zh-CN" altLang="en-US" sz="3600" dirty="0"/>
              <a:t> </a:t>
            </a:r>
            <a:r>
              <a:rPr lang="en-US" altLang="zh-CN" sz="3600" dirty="0"/>
              <a:t>physical</a:t>
            </a:r>
            <a:r>
              <a:rPr lang="zh-CN" altLang="en-US" sz="3600" dirty="0"/>
              <a:t> </a:t>
            </a:r>
            <a:r>
              <a:rPr lang="en-US" altLang="zh-CN" sz="3600" dirty="0"/>
              <a:t>address</a:t>
            </a:r>
            <a:endParaRPr lang="en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45C92-1D91-C191-930E-6FA11C4AF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44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4D9AFC-36AA-17E0-147B-9379386A3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327200"/>
            <a:ext cx="7772400" cy="450390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C0E30F5-F1A4-0D8C-2E99-B5BC8FA0A07A}"/>
              </a:ext>
            </a:extLst>
          </p:cNvPr>
          <p:cNvSpPr/>
          <p:nvPr/>
        </p:nvSpPr>
        <p:spPr>
          <a:xfrm>
            <a:off x="5907024" y="5043897"/>
            <a:ext cx="2831674" cy="2513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C94D0C-378B-7949-1D43-EDDC9B8A9FF6}"/>
              </a:ext>
            </a:extLst>
          </p:cNvPr>
          <p:cNvSpPr txBox="1"/>
          <p:nvPr/>
        </p:nvSpPr>
        <p:spPr>
          <a:xfrm>
            <a:off x="7518400" y="4317543"/>
            <a:ext cx="13051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</a:rPr>
              <a:t>0x4248</a:t>
            </a:r>
            <a:endParaRPr lang="en-C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3786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F2E3C-6674-0208-DD2E-B134F73E1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DE0BA-1673-9BCC-CAB0-436F62C65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7170"/>
            <a:ext cx="10515600" cy="1064070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Read</a:t>
            </a:r>
            <a:r>
              <a:rPr lang="zh-CN" altLang="en-US" sz="5400" dirty="0"/>
              <a:t> </a:t>
            </a:r>
            <a:r>
              <a:rPr lang="en-US" altLang="zh-CN" sz="5400" dirty="0"/>
              <a:t>the</a:t>
            </a:r>
            <a:r>
              <a:rPr lang="zh-CN" altLang="en-US" sz="5400" dirty="0"/>
              <a:t> </a:t>
            </a:r>
            <a:r>
              <a:rPr lang="en-US" altLang="zh-CN" sz="5400" dirty="0"/>
              <a:t>header</a:t>
            </a:r>
            <a:r>
              <a:rPr lang="zh-CN" altLang="en-US" sz="5400" dirty="0"/>
              <a:t> </a:t>
            </a:r>
            <a:r>
              <a:rPr lang="en-US" altLang="zh-CN" sz="5400" dirty="0"/>
              <a:t>(CONT’D)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07B96-D53A-F4B0-856A-DE7000067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78097"/>
            <a:ext cx="10804598" cy="3314778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You</a:t>
            </a:r>
            <a:r>
              <a:rPr lang="zh-CN" altLang="en-US" sz="3600" dirty="0"/>
              <a:t> </a:t>
            </a:r>
            <a:r>
              <a:rPr lang="en-US" altLang="zh-CN" sz="3600" dirty="0"/>
              <a:t>need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help</a:t>
            </a:r>
            <a:r>
              <a:rPr lang="zh-CN" altLang="en-US" sz="3600" dirty="0"/>
              <a:t> </a:t>
            </a:r>
            <a:r>
              <a:rPr lang="en-US" altLang="zh-CN" sz="3600" dirty="0"/>
              <a:t>of</a:t>
            </a:r>
            <a:r>
              <a:rPr lang="zh-CN" altLang="en-US" sz="3600" dirty="0"/>
              <a:t> </a:t>
            </a:r>
            <a:r>
              <a:rPr lang="en-US" altLang="zh-CN" sz="3600" dirty="0" err="1"/>
              <a:t>readelf</a:t>
            </a:r>
            <a:endParaRPr lang="en-US" altLang="zh-CN" sz="3600" dirty="0"/>
          </a:p>
          <a:p>
            <a:endParaRPr lang="en-US" sz="3600" dirty="0"/>
          </a:p>
          <a:p>
            <a:r>
              <a:rPr lang="en-US" altLang="zh-CN" sz="4000" dirty="0"/>
              <a:t>Sections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653CBF-5A25-2604-6DF2-6740D809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45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CE2B4C-0FF8-06DF-EC0A-A130A9C81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02" y="1651525"/>
            <a:ext cx="11093596" cy="1368941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E7C1A247-2703-6374-6073-BD590D96E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5975" y="3800644"/>
            <a:ext cx="7742825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N" altLang="en-CN" sz="24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riscv64-unknown-elf-readelf -h main.riscv</a:t>
            </a:r>
            <a:endParaRPr kumimoji="0" lang="en-CN" altLang="en-CN" sz="3200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DAD0FEF1-32A8-B101-48FD-F801DDF86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9615" y="2032348"/>
            <a:ext cx="2212465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14</a:t>
            </a:r>
            <a:r>
              <a:rPr lang="zh-CN" altLang="en-US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Sections</a:t>
            </a:r>
            <a:endParaRPr kumimoji="0" lang="en-CN" altLang="en-CN" sz="2400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C6A2797-74CD-5DF0-D715-DBDFB24BC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4890" y="2628306"/>
            <a:ext cx="670308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CN" altLang="en-CN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0E77892-415A-6B60-C9F3-7E5E6B5AF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0391" y="2639720"/>
            <a:ext cx="670308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CN" altLang="en-CN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9A2A167C-8E57-4BB0-DAFF-E5946B623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2663" y="2106655"/>
            <a:ext cx="3502882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64</a:t>
            </a:r>
            <a:r>
              <a:rPr lang="zh-CN" altLang="en-US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Bytes</a:t>
            </a:r>
            <a:r>
              <a:rPr lang="zh-CN" altLang="en-US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Per</a:t>
            </a:r>
            <a:r>
              <a:rPr lang="zh-CN" altLang="en-US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Entry</a:t>
            </a:r>
            <a:endParaRPr kumimoji="0" lang="en-CN" altLang="en-CN" sz="2400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58A0B58A-AFC9-7B1E-FF2D-4EDD95F622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5975" y="5020199"/>
            <a:ext cx="7742825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N" altLang="en-CN" sz="24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ea typeface="Hack Nerd Font" panose="020B0609030202020204" pitchFamily="49" charset="0"/>
                <a:cs typeface="Courier New" panose="02070309020205020404" pitchFamily="49" charset="0"/>
              </a:rPr>
              <a:t>riscv64-unknown-elf-readelf -S main.riscv</a:t>
            </a:r>
            <a:endParaRPr kumimoji="0" lang="en-CN" altLang="en-CN" sz="3200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19677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D1F74-ADB3-7A31-A8B6-69E14BF68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8D2B8-B0A9-357F-617B-9AC9290C8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966720" cy="1325563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Sections</a:t>
            </a:r>
            <a:endParaRPr lang="en-CN" sz="5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ECAE8-9A74-32CD-3AE1-B142C3AE4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46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0EB808-8985-664A-C472-094024360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026" y="91281"/>
            <a:ext cx="7648940" cy="6675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5522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D16ED-16E1-2BDD-204C-EA475ED81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623" y="339723"/>
            <a:ext cx="6507453" cy="1325563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Sections</a:t>
            </a:r>
            <a:r>
              <a:rPr lang="zh-CN" altLang="en-US" sz="5400" dirty="0"/>
              <a:t> </a:t>
            </a:r>
            <a:r>
              <a:rPr lang="en-US" altLang="zh-CN" sz="5400" dirty="0"/>
              <a:t>(CONT’D)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7EE08-F066-7D4B-F9C4-56AD6C8FD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882" y="1722423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0x1750+0x4</a:t>
            </a:r>
            <a:r>
              <a:rPr lang="zh-CN" altLang="en-US" sz="3600" dirty="0"/>
              <a:t> </a:t>
            </a:r>
            <a:r>
              <a:rPr lang="en-US" altLang="zh-CN" sz="3600" dirty="0"/>
              <a:t>=</a:t>
            </a:r>
            <a:r>
              <a:rPr lang="zh-CN" altLang="en-US" sz="3600" dirty="0"/>
              <a:t> </a:t>
            </a:r>
            <a:r>
              <a:rPr lang="en-US" altLang="zh-CN" sz="3600" dirty="0"/>
              <a:t>0x1754</a:t>
            </a:r>
          </a:p>
          <a:p>
            <a:r>
              <a:rPr lang="en-US" altLang="zh-CN" sz="3600" dirty="0"/>
              <a:t>Load</a:t>
            </a:r>
            <a:r>
              <a:rPr lang="zh-CN" altLang="en-US" sz="3600" dirty="0"/>
              <a:t> </a:t>
            </a:r>
            <a:r>
              <a:rPr lang="en-US" altLang="zh-CN" sz="3600" dirty="0"/>
              <a:t>both</a:t>
            </a:r>
            <a:r>
              <a:rPr lang="zh-CN" altLang="en-US" sz="3600" dirty="0"/>
              <a:t> </a:t>
            </a:r>
            <a:r>
              <a:rPr lang="en-US" altLang="zh-CN" sz="3600" dirty="0"/>
              <a:t>code</a:t>
            </a:r>
            <a:r>
              <a:rPr lang="zh-CN" altLang="en-US" sz="3600" dirty="0"/>
              <a:t> </a:t>
            </a:r>
            <a:r>
              <a:rPr lang="en-US" altLang="zh-CN" sz="3600" dirty="0"/>
              <a:t>and</a:t>
            </a:r>
            <a:r>
              <a:rPr lang="zh-CN" altLang="en-US" sz="3600" dirty="0"/>
              <a:t> </a:t>
            </a:r>
            <a:r>
              <a:rPr lang="en-US" altLang="zh-CN" sz="3600" dirty="0"/>
              <a:t>error</a:t>
            </a:r>
            <a:r>
              <a:rPr lang="zh-CN" altLang="en-US" sz="3600" dirty="0"/>
              <a:t> </a:t>
            </a:r>
            <a:r>
              <a:rPr lang="en-US" altLang="zh-CN" sz="3600" dirty="0"/>
              <a:t>handling</a:t>
            </a:r>
            <a:endParaRPr lang="en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07C644-9F75-1E4D-259C-E35853155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47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8740FE-3263-DC6E-AB12-FBE6E4293D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0751"/>
          <a:stretch>
            <a:fillRect/>
          </a:stretch>
        </p:blipFill>
        <p:spPr>
          <a:xfrm>
            <a:off x="1593584" y="3141786"/>
            <a:ext cx="7439753" cy="189913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BD6A654-526B-02C0-4A8E-D62A3CAC325D}"/>
              </a:ext>
            </a:extLst>
          </p:cNvPr>
          <p:cNvSpPr/>
          <p:nvPr/>
        </p:nvSpPr>
        <p:spPr>
          <a:xfrm>
            <a:off x="8019878" y="4122286"/>
            <a:ext cx="1013459" cy="3450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2F5BE0-04AB-A83B-D331-5D4BDCCE9FAE}"/>
              </a:ext>
            </a:extLst>
          </p:cNvPr>
          <p:cNvSpPr/>
          <p:nvPr/>
        </p:nvSpPr>
        <p:spPr>
          <a:xfrm>
            <a:off x="2345909" y="4358396"/>
            <a:ext cx="1853418" cy="3077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F4F1AF-ADFF-F48D-C6BB-FF6F412C5191}"/>
              </a:ext>
            </a:extLst>
          </p:cNvPr>
          <p:cNvSpPr/>
          <p:nvPr/>
        </p:nvSpPr>
        <p:spPr>
          <a:xfrm>
            <a:off x="2357633" y="4780425"/>
            <a:ext cx="1853418" cy="3077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7D2211-81BD-41DE-0F2E-D04FEBCC774C}"/>
              </a:ext>
            </a:extLst>
          </p:cNvPr>
          <p:cNvSpPr/>
          <p:nvPr/>
        </p:nvSpPr>
        <p:spPr>
          <a:xfrm>
            <a:off x="8019878" y="4546960"/>
            <a:ext cx="1013459" cy="3450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51453DD-61E6-8374-FC00-24D9C666B9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877" r="5" b="73006"/>
          <a:stretch>
            <a:fillRect/>
          </a:stretch>
        </p:blipFill>
        <p:spPr>
          <a:xfrm>
            <a:off x="450412" y="5460621"/>
            <a:ext cx="11436788" cy="5688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F03CAE-2EA7-106D-098C-64336BD625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" t="45399" b="37484"/>
          <a:stretch>
            <a:fillRect/>
          </a:stretch>
        </p:blipFill>
        <p:spPr>
          <a:xfrm>
            <a:off x="450412" y="6130712"/>
            <a:ext cx="11436788" cy="56880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5FA738C-76EB-869E-4F8B-79F0159D4756}"/>
              </a:ext>
            </a:extLst>
          </p:cNvPr>
          <p:cNvSpPr/>
          <p:nvPr/>
        </p:nvSpPr>
        <p:spPr>
          <a:xfrm>
            <a:off x="9416598" y="6421476"/>
            <a:ext cx="330699" cy="3053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B932F1-FA0C-AECF-636A-472A25990EAB}"/>
              </a:ext>
            </a:extLst>
          </p:cNvPr>
          <p:cNvSpPr/>
          <p:nvPr/>
        </p:nvSpPr>
        <p:spPr>
          <a:xfrm>
            <a:off x="5289574" y="6401352"/>
            <a:ext cx="715108" cy="3450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860903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2CC3B-73D0-94AD-3E2C-9D15791FB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400F7-D5FE-CD3A-202A-F0BFF15E2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92" y="269631"/>
            <a:ext cx="2966720" cy="1325563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Sections</a:t>
            </a:r>
            <a:endParaRPr lang="en-CN" sz="5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C04BF9-023D-A6E4-9088-003EB21A5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48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D20223-6836-69F4-20A4-5280C8D1E2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9652"/>
          <a:stretch>
            <a:fillRect/>
          </a:stretch>
        </p:blipFill>
        <p:spPr>
          <a:xfrm>
            <a:off x="1525906" y="1545799"/>
            <a:ext cx="7648940" cy="6908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B28078-9DCA-E6A0-879C-0D5A3FD0CB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0082" b="13070"/>
          <a:stretch>
            <a:fillRect/>
          </a:stretch>
        </p:blipFill>
        <p:spPr>
          <a:xfrm>
            <a:off x="1525906" y="2330390"/>
            <a:ext cx="7648940" cy="457199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9F9D11F-5519-778F-1208-F553AA6AA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29000"/>
            <a:ext cx="10515600" cy="2788920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What</a:t>
            </a:r>
            <a:r>
              <a:rPr lang="zh-CN" altLang="en-US" sz="3600" dirty="0"/>
              <a:t> </a:t>
            </a:r>
            <a:r>
              <a:rPr lang="en-US" altLang="zh-CN" sz="3600" dirty="0"/>
              <a:t>symbol</a:t>
            </a:r>
            <a:r>
              <a:rPr lang="zh-CN" altLang="en-US" sz="3600" dirty="0"/>
              <a:t> </a:t>
            </a:r>
            <a:r>
              <a:rPr lang="en-US" altLang="zh-CN" sz="3600" dirty="0"/>
              <a:t>table</a:t>
            </a:r>
            <a:r>
              <a:rPr lang="zh-CN" altLang="en-US" sz="3600" dirty="0"/>
              <a:t> </a:t>
            </a:r>
            <a:r>
              <a:rPr lang="en-US" altLang="zh-CN" sz="3600" dirty="0"/>
              <a:t>did</a:t>
            </a:r>
            <a:r>
              <a:rPr lang="zh-CN" altLang="en-US" sz="3600" dirty="0"/>
              <a:t> </a:t>
            </a:r>
            <a:r>
              <a:rPr lang="en-US" altLang="zh-CN" sz="3600" dirty="0"/>
              <a:t>we</a:t>
            </a:r>
            <a:r>
              <a:rPr lang="zh-CN" altLang="en-US" sz="3600" dirty="0"/>
              <a:t> </a:t>
            </a:r>
            <a:r>
              <a:rPr lang="en-US" altLang="zh-CN" sz="3600" dirty="0"/>
              <a:t>talk</a:t>
            </a:r>
            <a:r>
              <a:rPr lang="zh-CN" altLang="en-US" sz="3600" dirty="0"/>
              <a:t> </a:t>
            </a:r>
            <a:r>
              <a:rPr lang="en-US" altLang="zh-CN" sz="3600" dirty="0"/>
              <a:t>about</a:t>
            </a:r>
            <a:r>
              <a:rPr lang="zh-CN" altLang="en-US" sz="3600" dirty="0"/>
              <a:t> </a:t>
            </a:r>
            <a:r>
              <a:rPr lang="en-US" altLang="zh-CN" sz="3600" dirty="0"/>
              <a:t>last</a:t>
            </a:r>
            <a:r>
              <a:rPr lang="zh-CN" altLang="en-US" sz="3600" dirty="0"/>
              <a:t> </a:t>
            </a:r>
            <a:r>
              <a:rPr lang="en-US" altLang="zh-CN" sz="3600" dirty="0"/>
              <a:t>time?</a:t>
            </a:r>
          </a:p>
          <a:p>
            <a:r>
              <a:rPr lang="en-US" altLang="zh-CN" sz="3600" dirty="0"/>
              <a:t>Do</a:t>
            </a:r>
            <a:r>
              <a:rPr lang="zh-CN" altLang="en-US" sz="3600" dirty="0"/>
              <a:t> </a:t>
            </a:r>
            <a:r>
              <a:rPr lang="en-US" altLang="zh-CN" sz="3600" dirty="0"/>
              <a:t>not</a:t>
            </a:r>
            <a:r>
              <a:rPr lang="zh-CN" altLang="en-US" sz="3600" dirty="0"/>
              <a:t> </a:t>
            </a:r>
            <a:r>
              <a:rPr lang="en-US" altLang="zh-CN" sz="3600" dirty="0"/>
              <a:t>get</a:t>
            </a:r>
            <a:r>
              <a:rPr lang="zh-CN" altLang="en-US" sz="3600" dirty="0"/>
              <a:t> </a:t>
            </a:r>
            <a:r>
              <a:rPr lang="en-US" altLang="zh-CN" sz="3600" dirty="0"/>
              <a:t>confused</a:t>
            </a:r>
            <a:r>
              <a:rPr lang="zh-CN" altLang="en-US" sz="3600" dirty="0"/>
              <a:t> </a:t>
            </a:r>
            <a:r>
              <a:rPr lang="en-US" altLang="zh-CN" sz="3600" dirty="0"/>
              <a:t>about</a:t>
            </a:r>
            <a:r>
              <a:rPr lang="zh-CN" altLang="en-US" sz="3600" dirty="0"/>
              <a:t> </a:t>
            </a:r>
            <a:r>
              <a:rPr lang="en-US" altLang="zh-CN" sz="3600" dirty="0"/>
              <a:t>that</a:t>
            </a:r>
            <a:r>
              <a:rPr lang="zh-CN" altLang="en-US" sz="3600" dirty="0"/>
              <a:t> </a:t>
            </a:r>
            <a:r>
              <a:rPr lang="en-US" altLang="zh-CN" sz="3600" dirty="0"/>
              <a:t>table.</a:t>
            </a:r>
            <a:endParaRPr lang="en-CN" altLang="zh-CN" sz="3600" dirty="0"/>
          </a:p>
          <a:p>
            <a:pPr lvl="1"/>
            <a:r>
              <a:rPr lang="en-US" altLang="zh-CN" sz="3200" dirty="0"/>
              <a:t>But</a:t>
            </a:r>
            <a:r>
              <a:rPr lang="zh-CN" altLang="en-US" sz="3200" dirty="0"/>
              <a:t> </a:t>
            </a:r>
            <a:r>
              <a:rPr lang="en-US" altLang="zh-CN" sz="3200" dirty="0"/>
              <a:t>this</a:t>
            </a:r>
            <a:r>
              <a:rPr lang="zh-CN" altLang="en-US" sz="3200" dirty="0"/>
              <a:t> </a:t>
            </a:r>
            <a:r>
              <a:rPr lang="en-US" altLang="zh-CN" sz="3200" dirty="0"/>
              <a:t>table</a:t>
            </a:r>
            <a:r>
              <a:rPr lang="zh-CN" altLang="en-US" sz="3200" dirty="0"/>
              <a:t> </a:t>
            </a:r>
            <a:r>
              <a:rPr lang="en-US" altLang="zh-CN" sz="3200" dirty="0"/>
              <a:t>is</a:t>
            </a:r>
            <a:r>
              <a:rPr lang="zh-CN" altLang="en-US" sz="3200" dirty="0"/>
              <a:t> </a:t>
            </a:r>
            <a:r>
              <a:rPr lang="en-US" altLang="zh-CN" sz="3200" dirty="0"/>
              <a:t>also</a:t>
            </a:r>
            <a:r>
              <a:rPr lang="zh-CN" altLang="en-US" sz="3200" dirty="0"/>
              <a:t> </a:t>
            </a:r>
            <a:r>
              <a:rPr lang="en-US" altLang="zh-CN" sz="3200" dirty="0"/>
              <a:t>useful</a:t>
            </a:r>
            <a:r>
              <a:rPr lang="zh-CN" altLang="en-US" sz="3200" dirty="0"/>
              <a:t> </a:t>
            </a:r>
            <a:r>
              <a:rPr lang="en-US" altLang="zh-CN" sz="3200" dirty="0"/>
              <a:t>for</a:t>
            </a:r>
            <a:r>
              <a:rPr lang="zh-CN" altLang="en-US" sz="3200" dirty="0"/>
              <a:t> </a:t>
            </a:r>
            <a:r>
              <a:rPr lang="en-US" altLang="zh-CN" sz="3200" dirty="0"/>
              <a:t>linking</a:t>
            </a:r>
            <a:r>
              <a:rPr lang="zh-CN" altLang="en-US" sz="3200" dirty="0"/>
              <a:t> </a:t>
            </a:r>
            <a:r>
              <a:rPr lang="en-US" altLang="zh-CN" sz="3200" dirty="0"/>
              <a:t>and</a:t>
            </a:r>
            <a:r>
              <a:rPr lang="zh-CN" altLang="en-US" sz="3200" dirty="0"/>
              <a:t> </a:t>
            </a:r>
            <a:r>
              <a:rPr lang="en-US" altLang="zh-CN" sz="3200" dirty="0"/>
              <a:t>debugging.</a:t>
            </a:r>
          </a:p>
        </p:txBody>
      </p:sp>
    </p:spTree>
    <p:extLst>
      <p:ext uri="{BB962C8B-B14F-4D97-AF65-F5344CB8AC3E}">
        <p14:creationId xmlns:p14="http://schemas.microsoft.com/office/powerpoint/2010/main" val="24616603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2C5AF-2698-18A1-4017-BD1FAF26A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N" sz="5400" strike="sngStrike" dirty="0"/>
              <a:t>Egg</a:t>
            </a:r>
            <a:r>
              <a:rPr lang="en-US" altLang="zh-CN" sz="5400" strike="sngStrike" dirty="0"/>
              <a:t>?</a:t>
            </a:r>
            <a:r>
              <a:rPr lang="zh-CN" altLang="en-US" sz="5400" dirty="0"/>
              <a:t> </a:t>
            </a:r>
            <a:r>
              <a:rPr lang="en-US" altLang="zh-CN" sz="5400" dirty="0"/>
              <a:t>Chicken-egg</a:t>
            </a:r>
            <a:r>
              <a:rPr lang="zh-CN" altLang="en-US" sz="5400" dirty="0"/>
              <a:t> </a:t>
            </a:r>
            <a:r>
              <a:rPr lang="en-US" altLang="zh-CN" sz="5400" dirty="0"/>
              <a:t>Paradox!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2707C-DF21-AB73-8A9C-C0BC83B6D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program</a:t>
            </a:r>
            <a:r>
              <a:rPr lang="zh-CN" altLang="en-US" sz="3600" dirty="0"/>
              <a:t> </a:t>
            </a:r>
            <a:r>
              <a:rPr lang="en-US" altLang="zh-CN" sz="3600" dirty="0"/>
              <a:t>should</a:t>
            </a:r>
            <a:r>
              <a:rPr lang="zh-CN" altLang="en-US" sz="3600" dirty="0"/>
              <a:t> </a:t>
            </a:r>
            <a:r>
              <a:rPr lang="en-US" altLang="zh-CN" sz="3600" dirty="0"/>
              <a:t>be</a:t>
            </a:r>
            <a:r>
              <a:rPr lang="zh-CN" altLang="en-US" sz="3600" dirty="0"/>
              <a:t> </a:t>
            </a:r>
            <a:r>
              <a:rPr lang="en-US" altLang="zh-CN" sz="3600" dirty="0"/>
              <a:t>loaded</a:t>
            </a:r>
            <a:r>
              <a:rPr lang="zh-CN" altLang="en-US" sz="3600" dirty="0"/>
              <a:t> </a:t>
            </a:r>
            <a:r>
              <a:rPr lang="en-US" altLang="zh-CN" sz="3600" dirty="0"/>
              <a:t>for</a:t>
            </a:r>
            <a:r>
              <a:rPr lang="zh-CN" altLang="en-US" sz="3600" dirty="0"/>
              <a:t> </a:t>
            </a:r>
            <a:r>
              <a:rPr lang="en-US" altLang="zh-CN" sz="3600" dirty="0"/>
              <a:t>execution</a:t>
            </a:r>
            <a:r>
              <a:rPr lang="zh-CN" altLang="en-US" sz="3600" dirty="0"/>
              <a:t> </a:t>
            </a:r>
            <a:r>
              <a:rPr lang="en-US" altLang="zh-CN" sz="3600" dirty="0"/>
              <a:t>according</a:t>
            </a:r>
            <a:r>
              <a:rPr lang="zh-CN" altLang="en-US" sz="3600" dirty="0"/>
              <a:t> </a:t>
            </a:r>
            <a:r>
              <a:rPr lang="en-US" altLang="zh-CN" sz="3600" dirty="0"/>
              <a:t>to</a:t>
            </a:r>
            <a:r>
              <a:rPr lang="zh-CN" altLang="en-US" sz="3600" dirty="0"/>
              <a:t> </a:t>
            </a:r>
            <a:r>
              <a:rPr lang="en-US" altLang="zh-CN" sz="3600" dirty="0"/>
              <a:t>elf</a:t>
            </a:r>
            <a:r>
              <a:rPr lang="zh-CN" altLang="en-US" sz="3600" dirty="0"/>
              <a:t> </a:t>
            </a:r>
            <a:r>
              <a:rPr lang="en-US" altLang="zh-CN" sz="3600" dirty="0"/>
              <a:t>format</a:t>
            </a:r>
          </a:p>
          <a:p>
            <a:pPr lvl="1"/>
            <a:r>
              <a:rPr lang="en-US" altLang="zh-CN" sz="3200" dirty="0"/>
              <a:t>By</a:t>
            </a:r>
            <a:r>
              <a:rPr lang="zh-CN" altLang="en-US" sz="3200" dirty="0"/>
              <a:t> </a:t>
            </a:r>
            <a:r>
              <a:rPr lang="en-US" altLang="zh-CN" sz="3200" dirty="0"/>
              <a:t>whom?</a:t>
            </a:r>
            <a:r>
              <a:rPr lang="zh-CN" altLang="en-US" sz="3200" dirty="0"/>
              <a:t> </a:t>
            </a:r>
            <a:r>
              <a:rPr lang="en-US" altLang="zh-CN" sz="3200" dirty="0"/>
              <a:t>A</a:t>
            </a:r>
            <a:r>
              <a:rPr lang="zh-CN" altLang="en-US" sz="3200" dirty="0"/>
              <a:t> </a:t>
            </a:r>
            <a:r>
              <a:rPr lang="en-US" altLang="zh-CN" sz="3200" dirty="0"/>
              <a:t>loader.</a:t>
            </a:r>
          </a:p>
          <a:p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loader</a:t>
            </a:r>
            <a:r>
              <a:rPr lang="zh-CN" altLang="en-US" sz="3600" dirty="0"/>
              <a:t> </a:t>
            </a:r>
            <a:r>
              <a:rPr lang="en-US" altLang="zh-CN" sz="3600" dirty="0"/>
              <a:t>is</a:t>
            </a:r>
            <a:r>
              <a:rPr lang="zh-CN" altLang="en-US" sz="3600" dirty="0"/>
              <a:t> </a:t>
            </a:r>
            <a:r>
              <a:rPr lang="en-US" altLang="zh-CN" sz="3600" dirty="0"/>
              <a:t>also</a:t>
            </a:r>
            <a:r>
              <a:rPr lang="zh-CN" altLang="en-US" sz="3600" dirty="0"/>
              <a:t> </a:t>
            </a:r>
            <a:r>
              <a:rPr lang="en-US" altLang="zh-CN" sz="3600" dirty="0"/>
              <a:t>a</a:t>
            </a:r>
            <a:r>
              <a:rPr lang="zh-CN" altLang="en-US" sz="3600" dirty="0"/>
              <a:t> </a:t>
            </a:r>
            <a:r>
              <a:rPr lang="en-US" altLang="zh-CN" sz="3600" dirty="0"/>
              <a:t>program</a:t>
            </a:r>
          </a:p>
          <a:p>
            <a:pPr lvl="1"/>
            <a:r>
              <a:rPr lang="en-US" altLang="zh-CN" sz="3200" dirty="0"/>
              <a:t>Which</a:t>
            </a:r>
            <a:r>
              <a:rPr lang="zh-CN" altLang="en-US" sz="3200" dirty="0"/>
              <a:t> </a:t>
            </a:r>
            <a:r>
              <a:rPr lang="en-US" altLang="zh-CN" sz="3200" dirty="0"/>
              <a:t>should</a:t>
            </a:r>
            <a:r>
              <a:rPr lang="zh-CN" altLang="en-US" sz="3200" dirty="0"/>
              <a:t> </a:t>
            </a:r>
            <a:r>
              <a:rPr lang="en-US" altLang="zh-CN" sz="3200" dirty="0"/>
              <a:t>also</a:t>
            </a:r>
            <a:r>
              <a:rPr lang="zh-CN" altLang="en-US" sz="3200" dirty="0"/>
              <a:t> </a:t>
            </a:r>
            <a:r>
              <a:rPr lang="en-US" altLang="zh-CN" sz="3200" dirty="0"/>
              <a:t>be</a:t>
            </a:r>
            <a:r>
              <a:rPr lang="zh-CN" altLang="en-US" sz="3200" dirty="0"/>
              <a:t> </a:t>
            </a:r>
            <a:r>
              <a:rPr lang="en-US" altLang="zh-CN" sz="3200"/>
              <a:t>loaded</a:t>
            </a:r>
            <a:endParaRPr lang="en-US" altLang="zh-C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BD3FF-CB2C-4837-418C-374600BC7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49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8375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19079</TotalTime>
  <Words>1881</Words>
  <Application>Microsoft Macintosh PowerPoint</Application>
  <PresentationFormat>Widescreen</PresentationFormat>
  <Paragraphs>325</Paragraphs>
  <Slides>49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5" baseType="lpstr">
      <vt:lpstr>Aptos</vt:lpstr>
      <vt:lpstr>Aptos Display</vt:lpstr>
      <vt:lpstr>Arial</vt:lpstr>
      <vt:lpstr>Courier New</vt:lpstr>
      <vt:lpstr>Wingdings</vt:lpstr>
      <vt:lpstr>Office Theme</vt:lpstr>
      <vt:lpstr>An Intro to Computer System</vt:lpstr>
      <vt:lpstr>Roadmap</vt:lpstr>
      <vt:lpstr>Recap: Compiling a REAL C/C++ Project</vt:lpstr>
      <vt:lpstr>Trouble shooting: Undefined Symbol</vt:lpstr>
      <vt:lpstr>What are “others” trying to help?</vt:lpstr>
      <vt:lpstr>LLVM: Compiler Infrastructure</vt:lpstr>
      <vt:lpstr>CMake: A Build Generator</vt:lpstr>
      <vt:lpstr>CMake: A Domain-specific Language</vt:lpstr>
      <vt:lpstr>CMake: Basic Semantics</vt:lpstr>
      <vt:lpstr>CMake: Basic Semantics (CONT’D)</vt:lpstr>
      <vt:lpstr>Three little games…</vt:lpstr>
      <vt:lpstr>Egg</vt:lpstr>
      <vt:lpstr>Homework</vt:lpstr>
      <vt:lpstr>Motivation</vt:lpstr>
      <vt:lpstr>Goal: Execute C++ code on upon Python invocation</vt:lpstr>
      <vt:lpstr>Homework: C-Python FFI</vt:lpstr>
      <vt:lpstr>Roadmap</vt:lpstr>
      <vt:lpstr>How do you have an binary executed?</vt:lpstr>
      <vt:lpstr>You may just see some non-sense like below.</vt:lpstr>
      <vt:lpstr>Understanding the hex format!</vt:lpstr>
      <vt:lpstr>Read the header (CONT’D)</vt:lpstr>
      <vt:lpstr>Read the header.</vt:lpstr>
      <vt:lpstr>Read the header (CONT’D)</vt:lpstr>
      <vt:lpstr>Read the header (CONT’D)</vt:lpstr>
      <vt:lpstr>Read the header (CONT’D)</vt:lpstr>
      <vt:lpstr>RISCV: Modules</vt:lpstr>
      <vt:lpstr>Why bother to have this much extensions?</vt:lpstr>
      <vt:lpstr>Read the header (CONT’D)</vt:lpstr>
      <vt:lpstr>Read the header (CONT’D)</vt:lpstr>
      <vt:lpstr>Read the header (CONT’D)</vt:lpstr>
      <vt:lpstr>Why? I do not know either.</vt:lpstr>
      <vt:lpstr>Recap: OK. A non-sense question.</vt:lpstr>
      <vt:lpstr>Fine, let me have this fixed…</vt:lpstr>
      <vt:lpstr>Question: How to find the correspondence?</vt:lpstr>
      <vt:lpstr>Read the header (CONT’D)</vt:lpstr>
      <vt:lpstr>Read the header (CONT’D)</vt:lpstr>
      <vt:lpstr>Read the header (CONT’D)</vt:lpstr>
      <vt:lpstr>Read the header (CONT’D)</vt:lpstr>
      <vt:lpstr>Load RISCV Attributes</vt:lpstr>
      <vt:lpstr>Load RISCV Executable Part</vt:lpstr>
      <vt:lpstr>Load Code</vt:lpstr>
      <vt:lpstr>Load Data</vt:lpstr>
      <vt:lpstr>Egg: Oh buddy you got the wrong encoding…</vt:lpstr>
      <vt:lpstr>Why? I do not know either.</vt:lpstr>
      <vt:lpstr>Read the header (CONT’D)</vt:lpstr>
      <vt:lpstr>Sections</vt:lpstr>
      <vt:lpstr>Sections (CONT’D)</vt:lpstr>
      <vt:lpstr>Sections</vt:lpstr>
      <vt:lpstr>Egg? Chicken-egg Paradox!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Jian Weng</dc:creator>
  <cp:lastModifiedBy>Jian Weng</cp:lastModifiedBy>
  <cp:revision>3</cp:revision>
  <dcterms:created xsi:type="dcterms:W3CDTF">2025-07-02T14:01:02Z</dcterms:created>
  <dcterms:modified xsi:type="dcterms:W3CDTF">2026-02-12T13:10:22Z</dcterms:modified>
</cp:coreProperties>
</file>